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4457" r:id="rId4"/>
  </p:sldMasterIdLst>
  <p:notesMasterIdLst>
    <p:notesMasterId r:id="rId21"/>
  </p:notesMasterIdLst>
  <p:handoutMasterIdLst>
    <p:handoutMasterId r:id="rId22"/>
  </p:handoutMasterIdLst>
  <p:sldIdLst>
    <p:sldId id="305" r:id="rId5"/>
    <p:sldId id="258" r:id="rId6"/>
    <p:sldId id="318" r:id="rId7"/>
    <p:sldId id="336" r:id="rId8"/>
    <p:sldId id="320" r:id="rId9"/>
    <p:sldId id="337" r:id="rId10"/>
    <p:sldId id="340" r:id="rId11"/>
    <p:sldId id="339" r:id="rId12"/>
    <p:sldId id="338" r:id="rId13"/>
    <p:sldId id="341" r:id="rId14"/>
    <p:sldId id="326" r:id="rId15"/>
    <p:sldId id="314" r:id="rId16"/>
    <p:sldId id="328" r:id="rId17"/>
    <p:sldId id="342" r:id="rId18"/>
    <p:sldId id="330" r:id="rId19"/>
    <p:sldId id="304" r:id="rId20"/>
  </p:sldIdLst>
  <p:sldSz cx="12192000" cy="6858000"/>
  <p:notesSz cx="6858000" cy="9144000"/>
  <p:custDataLst>
    <p:tags r:id="rId23"/>
  </p:custData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4D3C"/>
  </p:clrMru>
  <p:extLst>
    <p:ext uri="{E76CE94A-603C-4142-B9EB-6D1370010A27}">
      <p14:discardImageEditData xmlns:p14="http://schemas.microsoft.com/office/powerpoint/2010/main" val="1"/>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50C1A2-0C33-45AA-8A88-46600E2A4F6C}" v="6" dt="2025-03-12T13:10:41.51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744"/>
    <p:restoredTop sz="94715"/>
  </p:normalViewPr>
  <p:slideViewPr>
    <p:cSldViewPr snapToGrid="0">
      <p:cViewPr>
        <p:scale>
          <a:sx n="104" d="100"/>
          <a:sy n="104" d="100"/>
        </p:scale>
        <p:origin x="72" y="120"/>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gs" Target="tags/tag1.xml"/><Relationship Id="rId28"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96E6C1-8077-2C43-A89B-2C3982118B98}" type="doc">
      <dgm:prSet loTypeId="urn:microsoft.com/office/officeart/2005/8/layout/hProcess11" loCatId="" qsTypeId="urn:microsoft.com/office/officeart/2005/8/quickstyle/simple1" qsCatId="simple" csTypeId="urn:microsoft.com/office/officeart/2005/8/colors/accent1_2" csCatId="accent1" phldr="1"/>
      <dgm:spPr/>
      <dgm:t>
        <a:bodyPr/>
        <a:lstStyle/>
        <a:p>
          <a:endParaRPr lang="en-GB"/>
        </a:p>
      </dgm:t>
    </dgm:pt>
    <dgm:pt modelId="{6F66A1ED-01A5-AD4E-A230-32CE6B1BE6B8}">
      <dgm:prSet phldrT="[Text]" custT="1"/>
      <dgm:spPr/>
      <dgm:t>
        <a:bodyPr/>
        <a:lstStyle/>
        <a:p>
          <a:r>
            <a:rPr lang="en-GB" sz="1200" b="0" dirty="0">
              <a:solidFill>
                <a:schemeClr val="bg1">
                  <a:lumMod val="50000"/>
                </a:schemeClr>
              </a:solidFill>
              <a:latin typeface="Trebuchet MS" panose="020B0603020202020204" pitchFamily="34" charset="0"/>
            </a:rPr>
            <a:t>Aqua pump HMI and Dashboard Migration Kick off</a:t>
          </a:r>
        </a:p>
        <a:p>
          <a:r>
            <a:rPr lang="en-GB" sz="1200" b="1" dirty="0">
              <a:solidFill>
                <a:schemeClr val="tx1"/>
              </a:solidFill>
              <a:latin typeface="Trebuchet MS" panose="020B0603020202020204" pitchFamily="34" charset="0"/>
            </a:rPr>
            <a:t>Nov-24</a:t>
          </a:r>
        </a:p>
      </dgm:t>
    </dgm:pt>
    <dgm:pt modelId="{4541495C-A838-7D44-9AEE-C2EE03D36D1B}" type="parTrans" cxnId="{C9B96186-BBEB-EA46-9D42-652CA1012B34}">
      <dgm:prSet/>
      <dgm:spPr/>
      <dgm:t>
        <a:bodyPr/>
        <a:lstStyle/>
        <a:p>
          <a:endParaRPr lang="en-GB"/>
        </a:p>
      </dgm:t>
    </dgm:pt>
    <dgm:pt modelId="{3D903908-61B0-FE4F-93B8-A71B91197DC8}" type="sibTrans" cxnId="{C9B96186-BBEB-EA46-9D42-652CA1012B34}">
      <dgm:prSet/>
      <dgm:spPr/>
      <dgm:t>
        <a:bodyPr/>
        <a:lstStyle/>
        <a:p>
          <a:endParaRPr lang="en-GB"/>
        </a:p>
      </dgm:t>
    </dgm:pt>
    <dgm:pt modelId="{541644E1-3733-B048-87E8-F69569BD7915}">
      <dgm:prSet phldrT="[Text]" custT="1"/>
      <dgm:spPr/>
      <dgm:t>
        <a:bodyPr/>
        <a:lstStyle/>
        <a:p>
          <a:r>
            <a:rPr lang="en-GB" sz="1200" b="1" dirty="0">
              <a:solidFill>
                <a:schemeClr val="tx1"/>
              </a:solidFill>
              <a:latin typeface="Trebuchet MS" panose="020B0603020202020204" pitchFamily="34" charset="0"/>
            </a:rPr>
            <a:t>Dec-24</a:t>
          </a:r>
        </a:p>
        <a:p>
          <a:r>
            <a:rPr lang="en-GB" sz="1200" b="0" dirty="0">
              <a:solidFill>
                <a:schemeClr val="bg1">
                  <a:lumMod val="50000"/>
                </a:schemeClr>
              </a:solidFill>
              <a:latin typeface="Trebuchet MS" panose="020B0603020202020204" pitchFamily="34" charset="0"/>
            </a:rPr>
            <a:t> Gathered Requirements and started with Development</a:t>
          </a:r>
        </a:p>
      </dgm:t>
    </dgm:pt>
    <dgm:pt modelId="{DFDE4171-3AB7-1C41-B112-2CFF829F6700}" type="parTrans" cxnId="{604E1C9F-A8DA-2048-8CBC-9D94C3B0444F}">
      <dgm:prSet/>
      <dgm:spPr/>
      <dgm:t>
        <a:bodyPr/>
        <a:lstStyle/>
        <a:p>
          <a:endParaRPr lang="en-GB"/>
        </a:p>
      </dgm:t>
    </dgm:pt>
    <dgm:pt modelId="{7DBA6823-1A83-8244-A83F-556A548E72FC}" type="sibTrans" cxnId="{604E1C9F-A8DA-2048-8CBC-9D94C3B0444F}">
      <dgm:prSet/>
      <dgm:spPr/>
      <dgm:t>
        <a:bodyPr/>
        <a:lstStyle/>
        <a:p>
          <a:endParaRPr lang="en-GB"/>
        </a:p>
      </dgm:t>
    </dgm:pt>
    <dgm:pt modelId="{37A7EBB6-536A-E941-BC44-FDF3D490CDF2}">
      <dgm:prSet phldrT="[Text]" custT="1"/>
      <dgm:spPr/>
      <dgm:t>
        <a:bodyPr/>
        <a:lstStyle/>
        <a:p>
          <a:r>
            <a:rPr lang="en-GB" sz="1200" b="0" dirty="0">
              <a:solidFill>
                <a:schemeClr val="bg1">
                  <a:lumMod val="50000"/>
                </a:schemeClr>
              </a:solidFill>
              <a:latin typeface="Trebuchet MS" panose="020B0603020202020204" pitchFamily="34" charset="0"/>
            </a:rPr>
            <a:t> Deployed applications for first round of testing </a:t>
          </a:r>
        </a:p>
        <a:p>
          <a:r>
            <a:rPr lang="en-GB" sz="1200" b="1" dirty="0">
              <a:solidFill>
                <a:schemeClr val="tx1"/>
              </a:solidFill>
              <a:latin typeface="Trebuchet MS" panose="020B0603020202020204" pitchFamily="34" charset="0"/>
            </a:rPr>
            <a:t>Jan-25</a:t>
          </a:r>
        </a:p>
      </dgm:t>
    </dgm:pt>
    <dgm:pt modelId="{EBA8D97A-1DDB-2B4C-9DB7-A80806D14649}" type="parTrans" cxnId="{B57699C2-E0BA-714C-8F37-B542E3190C52}">
      <dgm:prSet/>
      <dgm:spPr/>
      <dgm:t>
        <a:bodyPr/>
        <a:lstStyle/>
        <a:p>
          <a:endParaRPr lang="en-GB"/>
        </a:p>
      </dgm:t>
    </dgm:pt>
    <dgm:pt modelId="{E1C555FD-F93A-524A-A00B-6653AEBC8B6C}" type="sibTrans" cxnId="{B57699C2-E0BA-714C-8F37-B542E3190C52}">
      <dgm:prSet/>
      <dgm:spPr/>
      <dgm:t>
        <a:bodyPr/>
        <a:lstStyle/>
        <a:p>
          <a:endParaRPr lang="en-GB"/>
        </a:p>
      </dgm:t>
    </dgm:pt>
    <dgm:pt modelId="{BADDBDA1-8529-0844-8448-199ED5850D5B}">
      <dgm:prSet custT="1"/>
      <dgm:spPr/>
      <dgm:t>
        <a:bodyPr/>
        <a:lstStyle/>
        <a:p>
          <a:r>
            <a:rPr lang="en-GB" sz="1200" b="1" dirty="0">
              <a:solidFill>
                <a:schemeClr val="tx1"/>
              </a:solidFill>
              <a:latin typeface="Trebuchet MS" panose="020B0603020202020204" pitchFamily="34" charset="0"/>
            </a:rPr>
            <a:t>Feb-25</a:t>
          </a:r>
          <a:r>
            <a:rPr lang="en-GB" sz="1200" b="0" dirty="0">
              <a:solidFill>
                <a:schemeClr val="bg1">
                  <a:lumMod val="50000"/>
                </a:schemeClr>
              </a:solidFill>
              <a:latin typeface="Trebuchet MS" panose="020B0603020202020204" pitchFamily="34" charset="0"/>
            </a:rPr>
            <a:t> </a:t>
          </a:r>
        </a:p>
        <a:p>
          <a:r>
            <a:rPr lang="en-GB" sz="1200" b="0" dirty="0">
              <a:solidFill>
                <a:schemeClr val="bg1">
                  <a:lumMod val="50000"/>
                </a:schemeClr>
              </a:solidFill>
              <a:latin typeface="Trebuchet MS" panose="020B0603020202020204" pitchFamily="34" charset="0"/>
            </a:rPr>
            <a:t>Successfully integrated all the feedback and deployed the application in production</a:t>
          </a:r>
        </a:p>
      </dgm:t>
    </dgm:pt>
    <dgm:pt modelId="{65B283A1-2377-9B4F-BAB7-7E6D88036C84}" type="parTrans" cxnId="{492C9630-9084-2B42-9BCD-BB378EB7FFE6}">
      <dgm:prSet/>
      <dgm:spPr/>
      <dgm:t>
        <a:bodyPr/>
        <a:lstStyle/>
        <a:p>
          <a:endParaRPr lang="en-GB"/>
        </a:p>
      </dgm:t>
    </dgm:pt>
    <dgm:pt modelId="{3153B537-1386-E748-A461-34162AFB4F56}" type="sibTrans" cxnId="{492C9630-9084-2B42-9BCD-BB378EB7FFE6}">
      <dgm:prSet/>
      <dgm:spPr/>
      <dgm:t>
        <a:bodyPr/>
        <a:lstStyle/>
        <a:p>
          <a:endParaRPr lang="en-GB"/>
        </a:p>
      </dgm:t>
    </dgm:pt>
    <dgm:pt modelId="{30563937-E7AA-DA46-8308-5F71A849B11D}">
      <dgm:prSet custT="1"/>
      <dgm:spPr/>
      <dgm:t>
        <a:bodyPr/>
        <a:lstStyle/>
        <a:p>
          <a:r>
            <a:rPr lang="en-GB" sz="1200" b="0" dirty="0">
              <a:solidFill>
                <a:schemeClr val="bg1">
                  <a:lumMod val="50000"/>
                </a:schemeClr>
              </a:solidFill>
              <a:latin typeface="Trebuchet MS" panose="020B0603020202020204" pitchFamily="34" charset="0"/>
            </a:rPr>
            <a:t> Started with development of reporting suite</a:t>
          </a:r>
        </a:p>
        <a:p>
          <a:r>
            <a:rPr lang="en-GB" sz="1200" b="1" dirty="0">
              <a:solidFill>
                <a:schemeClr val="tx1"/>
              </a:solidFill>
              <a:latin typeface="Trebuchet MS" panose="020B0603020202020204" pitchFamily="34" charset="0"/>
            </a:rPr>
            <a:t>Mar-25</a:t>
          </a:r>
        </a:p>
      </dgm:t>
    </dgm:pt>
    <dgm:pt modelId="{7918846E-1227-0D43-9994-0177CCB33F3E}" type="parTrans" cxnId="{48FB92FC-4909-EA48-9629-8050625DD5BF}">
      <dgm:prSet/>
      <dgm:spPr/>
      <dgm:t>
        <a:bodyPr/>
        <a:lstStyle/>
        <a:p>
          <a:endParaRPr lang="en-GB"/>
        </a:p>
      </dgm:t>
    </dgm:pt>
    <dgm:pt modelId="{7A6D1114-B146-4945-8A62-1D9F6F4C830C}" type="sibTrans" cxnId="{48FB92FC-4909-EA48-9629-8050625DD5BF}">
      <dgm:prSet/>
      <dgm:spPr/>
      <dgm:t>
        <a:bodyPr/>
        <a:lstStyle/>
        <a:p>
          <a:endParaRPr lang="en-GB"/>
        </a:p>
      </dgm:t>
    </dgm:pt>
    <dgm:pt modelId="{4E304E7B-41F9-944C-908C-BE2B0CCFA322}">
      <dgm:prSet custT="1"/>
      <dgm:spPr/>
      <dgm:t>
        <a:bodyPr/>
        <a:lstStyle/>
        <a:p>
          <a:r>
            <a:rPr lang="en-GB" sz="1200" b="1" dirty="0">
              <a:solidFill>
                <a:schemeClr val="tx1"/>
              </a:solidFill>
              <a:latin typeface="Trebuchet MS" panose="020B0603020202020204" pitchFamily="34" charset="0"/>
            </a:rPr>
            <a:t>April-25</a:t>
          </a:r>
          <a:r>
            <a:rPr lang="en-GB" sz="1200" b="0" dirty="0">
              <a:solidFill>
                <a:schemeClr val="bg1">
                  <a:lumMod val="50000"/>
                </a:schemeClr>
              </a:solidFill>
              <a:latin typeface="Trebuchet MS" panose="020B0603020202020204" pitchFamily="34" charset="0"/>
            </a:rPr>
            <a:t> </a:t>
          </a:r>
        </a:p>
        <a:p>
          <a:r>
            <a:rPr lang="en-GB" sz="1200" b="0" dirty="0">
              <a:solidFill>
                <a:schemeClr val="bg1">
                  <a:lumMod val="50000"/>
                </a:schemeClr>
              </a:solidFill>
              <a:latin typeface="Trebuchet MS" panose="020B0603020202020204" pitchFamily="34" charset="0"/>
            </a:rPr>
            <a:t>Partnered with Embedded systems expert to develop PCB design</a:t>
          </a:r>
        </a:p>
      </dgm:t>
    </dgm:pt>
    <dgm:pt modelId="{1C75DDC2-3073-154C-8D1E-E7A1AF75D9B8}" type="parTrans" cxnId="{9E9568B3-B346-7446-86CB-66E367A5F976}">
      <dgm:prSet/>
      <dgm:spPr/>
      <dgm:t>
        <a:bodyPr/>
        <a:lstStyle/>
        <a:p>
          <a:endParaRPr lang="en-GB"/>
        </a:p>
      </dgm:t>
    </dgm:pt>
    <dgm:pt modelId="{7E8A4104-C89D-184E-B017-168FB20CEF4C}" type="sibTrans" cxnId="{9E9568B3-B346-7446-86CB-66E367A5F976}">
      <dgm:prSet/>
      <dgm:spPr/>
      <dgm:t>
        <a:bodyPr/>
        <a:lstStyle/>
        <a:p>
          <a:endParaRPr lang="en-GB"/>
        </a:p>
      </dgm:t>
    </dgm:pt>
    <dgm:pt modelId="{B5CDB328-F5E3-404C-B751-5659BACBFEB2}">
      <dgm:prSet custT="1"/>
      <dgm:spPr/>
      <dgm:t>
        <a:bodyPr/>
        <a:lstStyle/>
        <a:p>
          <a:r>
            <a:rPr lang="en-GB" sz="1200" b="0" dirty="0">
              <a:solidFill>
                <a:schemeClr val="bg1">
                  <a:lumMod val="50000"/>
                </a:schemeClr>
              </a:solidFill>
              <a:latin typeface="Trebuchet MS" panose="020B0603020202020204" pitchFamily="34" charset="0"/>
            </a:rPr>
            <a:t>Partner with Craftsman to develop and deliver the end-to-end reporting and monitoring solution</a:t>
          </a:r>
        </a:p>
        <a:p>
          <a:r>
            <a:rPr lang="en-GB" sz="1200" b="1" dirty="0">
              <a:solidFill>
                <a:schemeClr val="tx1"/>
              </a:solidFill>
              <a:latin typeface="Trebuchet MS" panose="020B0603020202020204" pitchFamily="34" charset="0"/>
            </a:rPr>
            <a:t>May-25</a:t>
          </a:r>
        </a:p>
      </dgm:t>
    </dgm:pt>
    <dgm:pt modelId="{6B2CC966-4909-4040-B985-2E5AD842B0DD}" type="parTrans" cxnId="{9CBEE60F-4E80-044A-AB56-BA3B8E14C594}">
      <dgm:prSet/>
      <dgm:spPr/>
      <dgm:t>
        <a:bodyPr/>
        <a:lstStyle/>
        <a:p>
          <a:endParaRPr lang="en-GB"/>
        </a:p>
      </dgm:t>
    </dgm:pt>
    <dgm:pt modelId="{CEA5DEA8-E440-A84D-B6CE-A01D1F58A471}" type="sibTrans" cxnId="{9CBEE60F-4E80-044A-AB56-BA3B8E14C594}">
      <dgm:prSet/>
      <dgm:spPr/>
      <dgm:t>
        <a:bodyPr/>
        <a:lstStyle/>
        <a:p>
          <a:endParaRPr lang="en-GB"/>
        </a:p>
      </dgm:t>
    </dgm:pt>
    <dgm:pt modelId="{AC5C13E0-6082-A140-993A-57419D84E2FC}" type="pres">
      <dgm:prSet presAssocID="{8B96E6C1-8077-2C43-A89B-2C3982118B98}" presName="Name0" presStyleCnt="0">
        <dgm:presLayoutVars>
          <dgm:dir/>
          <dgm:resizeHandles val="exact"/>
        </dgm:presLayoutVars>
      </dgm:prSet>
      <dgm:spPr/>
    </dgm:pt>
    <dgm:pt modelId="{59FE9417-9388-5C42-863D-17FED689CA64}" type="pres">
      <dgm:prSet presAssocID="{8B96E6C1-8077-2C43-A89B-2C3982118B98}" presName="arrow" presStyleLbl="bgShp" presStyleIdx="0" presStyleCnt="1"/>
      <dgm:spPr/>
    </dgm:pt>
    <dgm:pt modelId="{B311A49B-B1E4-2546-ACF7-928B8F4300A5}" type="pres">
      <dgm:prSet presAssocID="{8B96E6C1-8077-2C43-A89B-2C3982118B98}" presName="points" presStyleCnt="0"/>
      <dgm:spPr/>
    </dgm:pt>
    <dgm:pt modelId="{00458768-554B-6946-A227-E5D7F76BA0E0}" type="pres">
      <dgm:prSet presAssocID="{6F66A1ED-01A5-AD4E-A230-32CE6B1BE6B8}" presName="compositeA" presStyleCnt="0"/>
      <dgm:spPr/>
    </dgm:pt>
    <dgm:pt modelId="{AC486741-5B06-E64C-85C4-A8F2C644AC78}" type="pres">
      <dgm:prSet presAssocID="{6F66A1ED-01A5-AD4E-A230-32CE6B1BE6B8}" presName="textA" presStyleLbl="revTx" presStyleIdx="0" presStyleCnt="7">
        <dgm:presLayoutVars>
          <dgm:bulletEnabled val="1"/>
        </dgm:presLayoutVars>
      </dgm:prSet>
      <dgm:spPr/>
    </dgm:pt>
    <dgm:pt modelId="{95796CFD-C062-8446-90ED-8825EC8AAFDF}" type="pres">
      <dgm:prSet presAssocID="{6F66A1ED-01A5-AD4E-A230-32CE6B1BE6B8}" presName="circleA" presStyleLbl="node1" presStyleIdx="0" presStyleCnt="7"/>
      <dgm:spPr/>
    </dgm:pt>
    <dgm:pt modelId="{20EC9F0A-2675-4948-8840-1D4C91747A79}" type="pres">
      <dgm:prSet presAssocID="{6F66A1ED-01A5-AD4E-A230-32CE6B1BE6B8}" presName="spaceA" presStyleCnt="0"/>
      <dgm:spPr/>
    </dgm:pt>
    <dgm:pt modelId="{623197C2-B697-6C44-9B2A-D02A9180466E}" type="pres">
      <dgm:prSet presAssocID="{3D903908-61B0-FE4F-93B8-A71B91197DC8}" presName="space" presStyleCnt="0"/>
      <dgm:spPr/>
    </dgm:pt>
    <dgm:pt modelId="{0DF2AD63-4DF5-2C4E-940C-48EFF6C143DF}" type="pres">
      <dgm:prSet presAssocID="{541644E1-3733-B048-87E8-F69569BD7915}" presName="compositeB" presStyleCnt="0"/>
      <dgm:spPr/>
    </dgm:pt>
    <dgm:pt modelId="{4192FA4F-E249-0742-BFF5-5EBCA97BA1A1}" type="pres">
      <dgm:prSet presAssocID="{541644E1-3733-B048-87E8-F69569BD7915}" presName="textB" presStyleLbl="revTx" presStyleIdx="1" presStyleCnt="7">
        <dgm:presLayoutVars>
          <dgm:bulletEnabled val="1"/>
        </dgm:presLayoutVars>
      </dgm:prSet>
      <dgm:spPr/>
    </dgm:pt>
    <dgm:pt modelId="{EBD05C32-F9DF-014E-9438-E19FEE60E073}" type="pres">
      <dgm:prSet presAssocID="{541644E1-3733-B048-87E8-F69569BD7915}" presName="circleB" presStyleLbl="node1" presStyleIdx="1" presStyleCnt="7"/>
      <dgm:spPr/>
    </dgm:pt>
    <dgm:pt modelId="{D3CA8966-CF16-8F4F-8F1A-90AF0C456CC2}" type="pres">
      <dgm:prSet presAssocID="{541644E1-3733-B048-87E8-F69569BD7915}" presName="spaceB" presStyleCnt="0"/>
      <dgm:spPr/>
    </dgm:pt>
    <dgm:pt modelId="{5EBE7A15-0504-D745-B3B2-8EDD549D9DEA}" type="pres">
      <dgm:prSet presAssocID="{7DBA6823-1A83-8244-A83F-556A548E72FC}" presName="space" presStyleCnt="0"/>
      <dgm:spPr/>
    </dgm:pt>
    <dgm:pt modelId="{CFD7BBDE-EC69-7845-BEBD-FDAFD083B742}" type="pres">
      <dgm:prSet presAssocID="{37A7EBB6-536A-E941-BC44-FDF3D490CDF2}" presName="compositeA" presStyleCnt="0"/>
      <dgm:spPr/>
    </dgm:pt>
    <dgm:pt modelId="{8321ABB5-1C96-0840-A621-A3378E46FF34}" type="pres">
      <dgm:prSet presAssocID="{37A7EBB6-536A-E941-BC44-FDF3D490CDF2}" presName="textA" presStyleLbl="revTx" presStyleIdx="2" presStyleCnt="7">
        <dgm:presLayoutVars>
          <dgm:bulletEnabled val="1"/>
        </dgm:presLayoutVars>
      </dgm:prSet>
      <dgm:spPr/>
    </dgm:pt>
    <dgm:pt modelId="{442ECA6D-F237-454B-BB65-EC8F44B49849}" type="pres">
      <dgm:prSet presAssocID="{37A7EBB6-536A-E941-BC44-FDF3D490CDF2}" presName="circleA" presStyleLbl="node1" presStyleIdx="2" presStyleCnt="7"/>
      <dgm:spPr/>
    </dgm:pt>
    <dgm:pt modelId="{E32863C3-AAEC-9942-AEF0-C1036F446A38}" type="pres">
      <dgm:prSet presAssocID="{37A7EBB6-536A-E941-BC44-FDF3D490CDF2}" presName="spaceA" presStyleCnt="0"/>
      <dgm:spPr/>
    </dgm:pt>
    <dgm:pt modelId="{BD9D90F7-FB3C-0547-BC62-13D94B4017B5}" type="pres">
      <dgm:prSet presAssocID="{E1C555FD-F93A-524A-A00B-6653AEBC8B6C}" presName="space" presStyleCnt="0"/>
      <dgm:spPr/>
    </dgm:pt>
    <dgm:pt modelId="{F0361AA2-EEE3-6A49-8785-5C265328C449}" type="pres">
      <dgm:prSet presAssocID="{BADDBDA1-8529-0844-8448-199ED5850D5B}" presName="compositeB" presStyleCnt="0"/>
      <dgm:spPr/>
    </dgm:pt>
    <dgm:pt modelId="{D63D006F-19AA-EE40-BAB6-6C23AA9F46F9}" type="pres">
      <dgm:prSet presAssocID="{BADDBDA1-8529-0844-8448-199ED5850D5B}" presName="textB" presStyleLbl="revTx" presStyleIdx="3" presStyleCnt="7" custScaleX="117905">
        <dgm:presLayoutVars>
          <dgm:bulletEnabled val="1"/>
        </dgm:presLayoutVars>
      </dgm:prSet>
      <dgm:spPr/>
    </dgm:pt>
    <dgm:pt modelId="{9A24BD15-3834-5249-B988-455F0DF83D78}" type="pres">
      <dgm:prSet presAssocID="{BADDBDA1-8529-0844-8448-199ED5850D5B}" presName="circleB" presStyleLbl="node1" presStyleIdx="3" presStyleCnt="7"/>
      <dgm:spPr/>
    </dgm:pt>
    <dgm:pt modelId="{4AFCDFDF-9FF2-434A-8455-6196C81CAEB5}" type="pres">
      <dgm:prSet presAssocID="{BADDBDA1-8529-0844-8448-199ED5850D5B}" presName="spaceB" presStyleCnt="0"/>
      <dgm:spPr/>
    </dgm:pt>
    <dgm:pt modelId="{FA351464-4398-5D42-964B-FB31E2301E75}" type="pres">
      <dgm:prSet presAssocID="{3153B537-1386-E748-A461-34162AFB4F56}" presName="space" presStyleCnt="0"/>
      <dgm:spPr/>
    </dgm:pt>
    <dgm:pt modelId="{9045CD9D-229E-AB41-9458-B0A82BF0D744}" type="pres">
      <dgm:prSet presAssocID="{30563937-E7AA-DA46-8308-5F71A849B11D}" presName="compositeA" presStyleCnt="0"/>
      <dgm:spPr/>
    </dgm:pt>
    <dgm:pt modelId="{651E57C5-4F12-D446-9A60-8F4E0CB36BC1}" type="pres">
      <dgm:prSet presAssocID="{30563937-E7AA-DA46-8308-5F71A849B11D}" presName="textA" presStyleLbl="revTx" presStyleIdx="4" presStyleCnt="7">
        <dgm:presLayoutVars>
          <dgm:bulletEnabled val="1"/>
        </dgm:presLayoutVars>
      </dgm:prSet>
      <dgm:spPr/>
    </dgm:pt>
    <dgm:pt modelId="{BA228433-68DE-AF4C-9B3C-49573E282078}" type="pres">
      <dgm:prSet presAssocID="{30563937-E7AA-DA46-8308-5F71A849B11D}" presName="circleA" presStyleLbl="node1" presStyleIdx="4" presStyleCnt="7"/>
      <dgm:spPr/>
    </dgm:pt>
    <dgm:pt modelId="{9B33A81D-613E-664B-8E4D-78D0A79633A8}" type="pres">
      <dgm:prSet presAssocID="{30563937-E7AA-DA46-8308-5F71A849B11D}" presName="spaceA" presStyleCnt="0"/>
      <dgm:spPr/>
    </dgm:pt>
    <dgm:pt modelId="{4AD00D0D-E1A7-A949-A089-5D37A6441A3E}" type="pres">
      <dgm:prSet presAssocID="{7A6D1114-B146-4945-8A62-1D9F6F4C830C}" presName="space" presStyleCnt="0"/>
      <dgm:spPr/>
    </dgm:pt>
    <dgm:pt modelId="{0840FEA9-ABA1-1643-BC53-39DDFE4FE897}" type="pres">
      <dgm:prSet presAssocID="{4E304E7B-41F9-944C-908C-BE2B0CCFA322}" presName="compositeB" presStyleCnt="0"/>
      <dgm:spPr/>
    </dgm:pt>
    <dgm:pt modelId="{F741B507-BDFF-C44F-9CE2-282F05E7862D}" type="pres">
      <dgm:prSet presAssocID="{4E304E7B-41F9-944C-908C-BE2B0CCFA322}" presName="textB" presStyleLbl="revTx" presStyleIdx="5" presStyleCnt="7">
        <dgm:presLayoutVars>
          <dgm:bulletEnabled val="1"/>
        </dgm:presLayoutVars>
      </dgm:prSet>
      <dgm:spPr/>
    </dgm:pt>
    <dgm:pt modelId="{967314D3-D6EE-3A47-85B7-F77A38FCBB47}" type="pres">
      <dgm:prSet presAssocID="{4E304E7B-41F9-944C-908C-BE2B0CCFA322}" presName="circleB" presStyleLbl="node1" presStyleIdx="5" presStyleCnt="7"/>
      <dgm:spPr/>
    </dgm:pt>
    <dgm:pt modelId="{06753818-EB97-8A41-A2F3-C668017D62C4}" type="pres">
      <dgm:prSet presAssocID="{4E304E7B-41F9-944C-908C-BE2B0CCFA322}" presName="spaceB" presStyleCnt="0"/>
      <dgm:spPr/>
    </dgm:pt>
    <dgm:pt modelId="{1E4BC3CE-75BC-1F41-BB62-34CBC8EE610B}" type="pres">
      <dgm:prSet presAssocID="{7E8A4104-C89D-184E-B017-168FB20CEF4C}" presName="space" presStyleCnt="0"/>
      <dgm:spPr/>
    </dgm:pt>
    <dgm:pt modelId="{B45C0B84-4317-9540-9FC8-53571EE3D94B}" type="pres">
      <dgm:prSet presAssocID="{B5CDB328-F5E3-404C-B751-5659BACBFEB2}" presName="compositeA" presStyleCnt="0"/>
      <dgm:spPr/>
    </dgm:pt>
    <dgm:pt modelId="{1B4E5C42-617F-784A-A308-A777AB821B04}" type="pres">
      <dgm:prSet presAssocID="{B5CDB328-F5E3-404C-B751-5659BACBFEB2}" presName="textA" presStyleLbl="revTx" presStyleIdx="6" presStyleCnt="7">
        <dgm:presLayoutVars>
          <dgm:bulletEnabled val="1"/>
        </dgm:presLayoutVars>
      </dgm:prSet>
      <dgm:spPr/>
    </dgm:pt>
    <dgm:pt modelId="{AC44AA5D-6CB4-DC40-95C5-2545B933BC1D}" type="pres">
      <dgm:prSet presAssocID="{B5CDB328-F5E3-404C-B751-5659BACBFEB2}" presName="circleA" presStyleLbl="node1" presStyleIdx="6" presStyleCnt="7"/>
      <dgm:spPr/>
    </dgm:pt>
    <dgm:pt modelId="{41AAC7D6-7E34-3F43-9C72-863126EF5DAC}" type="pres">
      <dgm:prSet presAssocID="{B5CDB328-F5E3-404C-B751-5659BACBFEB2}" presName="spaceA" presStyleCnt="0"/>
      <dgm:spPr/>
    </dgm:pt>
  </dgm:ptLst>
  <dgm:cxnLst>
    <dgm:cxn modelId="{9CBEE60F-4E80-044A-AB56-BA3B8E14C594}" srcId="{8B96E6C1-8077-2C43-A89B-2C3982118B98}" destId="{B5CDB328-F5E3-404C-B751-5659BACBFEB2}" srcOrd="6" destOrd="0" parTransId="{6B2CC966-4909-4040-B985-2E5AD842B0DD}" sibTransId="{CEA5DEA8-E440-A84D-B6CE-A01D1F58A471}"/>
    <dgm:cxn modelId="{492C9630-9084-2B42-9BCD-BB378EB7FFE6}" srcId="{8B96E6C1-8077-2C43-A89B-2C3982118B98}" destId="{BADDBDA1-8529-0844-8448-199ED5850D5B}" srcOrd="3" destOrd="0" parTransId="{65B283A1-2377-9B4F-BAB7-7E6D88036C84}" sibTransId="{3153B537-1386-E748-A461-34162AFB4F56}"/>
    <dgm:cxn modelId="{327F6A48-2541-C144-94C4-C3FAA364A582}" type="presOf" srcId="{B5CDB328-F5E3-404C-B751-5659BACBFEB2}" destId="{1B4E5C42-617F-784A-A308-A777AB821B04}" srcOrd="0" destOrd="0" presId="urn:microsoft.com/office/officeart/2005/8/layout/hProcess11"/>
    <dgm:cxn modelId="{D103E14A-A743-1E4E-8A6D-5BE02AF28429}" type="presOf" srcId="{30563937-E7AA-DA46-8308-5F71A849B11D}" destId="{651E57C5-4F12-D446-9A60-8F4E0CB36BC1}" srcOrd="0" destOrd="0" presId="urn:microsoft.com/office/officeart/2005/8/layout/hProcess11"/>
    <dgm:cxn modelId="{C9B96186-BBEB-EA46-9D42-652CA1012B34}" srcId="{8B96E6C1-8077-2C43-A89B-2C3982118B98}" destId="{6F66A1ED-01A5-AD4E-A230-32CE6B1BE6B8}" srcOrd="0" destOrd="0" parTransId="{4541495C-A838-7D44-9AEE-C2EE03D36D1B}" sibTransId="{3D903908-61B0-FE4F-93B8-A71B91197DC8}"/>
    <dgm:cxn modelId="{B82E9595-7A5E-EA41-A4EA-21F406AE0661}" type="presOf" srcId="{BADDBDA1-8529-0844-8448-199ED5850D5B}" destId="{D63D006F-19AA-EE40-BAB6-6C23AA9F46F9}" srcOrd="0" destOrd="0" presId="urn:microsoft.com/office/officeart/2005/8/layout/hProcess11"/>
    <dgm:cxn modelId="{E8D60A9E-9FB0-4946-8D1E-3F37DBFAFDE6}" type="presOf" srcId="{37A7EBB6-536A-E941-BC44-FDF3D490CDF2}" destId="{8321ABB5-1C96-0840-A621-A3378E46FF34}" srcOrd="0" destOrd="0" presId="urn:microsoft.com/office/officeart/2005/8/layout/hProcess11"/>
    <dgm:cxn modelId="{604E1C9F-A8DA-2048-8CBC-9D94C3B0444F}" srcId="{8B96E6C1-8077-2C43-A89B-2C3982118B98}" destId="{541644E1-3733-B048-87E8-F69569BD7915}" srcOrd="1" destOrd="0" parTransId="{DFDE4171-3AB7-1C41-B112-2CFF829F6700}" sibTransId="{7DBA6823-1A83-8244-A83F-556A548E72FC}"/>
    <dgm:cxn modelId="{9E9568B3-B346-7446-86CB-66E367A5F976}" srcId="{8B96E6C1-8077-2C43-A89B-2C3982118B98}" destId="{4E304E7B-41F9-944C-908C-BE2B0CCFA322}" srcOrd="5" destOrd="0" parTransId="{1C75DDC2-3073-154C-8D1E-E7A1AF75D9B8}" sibTransId="{7E8A4104-C89D-184E-B017-168FB20CEF4C}"/>
    <dgm:cxn modelId="{BD5D40B6-C33A-E644-8937-4517F3B9F350}" type="presOf" srcId="{6F66A1ED-01A5-AD4E-A230-32CE6B1BE6B8}" destId="{AC486741-5B06-E64C-85C4-A8F2C644AC78}" srcOrd="0" destOrd="0" presId="urn:microsoft.com/office/officeart/2005/8/layout/hProcess11"/>
    <dgm:cxn modelId="{90C18BBE-2C69-F54C-A6B5-FCBD7BDD9D48}" type="presOf" srcId="{4E304E7B-41F9-944C-908C-BE2B0CCFA322}" destId="{F741B507-BDFF-C44F-9CE2-282F05E7862D}" srcOrd="0" destOrd="0" presId="urn:microsoft.com/office/officeart/2005/8/layout/hProcess11"/>
    <dgm:cxn modelId="{B57699C2-E0BA-714C-8F37-B542E3190C52}" srcId="{8B96E6C1-8077-2C43-A89B-2C3982118B98}" destId="{37A7EBB6-536A-E941-BC44-FDF3D490CDF2}" srcOrd="2" destOrd="0" parTransId="{EBA8D97A-1DDB-2B4C-9DB7-A80806D14649}" sibTransId="{E1C555FD-F93A-524A-A00B-6653AEBC8B6C}"/>
    <dgm:cxn modelId="{6A0D5BE3-8275-BA4B-BE9C-39CB408CDC2D}" type="presOf" srcId="{541644E1-3733-B048-87E8-F69569BD7915}" destId="{4192FA4F-E249-0742-BFF5-5EBCA97BA1A1}" srcOrd="0" destOrd="0" presId="urn:microsoft.com/office/officeart/2005/8/layout/hProcess11"/>
    <dgm:cxn modelId="{1B7CD2F7-64C0-BA4E-804B-C9DFF1FF65A7}" type="presOf" srcId="{8B96E6C1-8077-2C43-A89B-2C3982118B98}" destId="{AC5C13E0-6082-A140-993A-57419D84E2FC}" srcOrd="0" destOrd="0" presId="urn:microsoft.com/office/officeart/2005/8/layout/hProcess11"/>
    <dgm:cxn modelId="{48FB92FC-4909-EA48-9629-8050625DD5BF}" srcId="{8B96E6C1-8077-2C43-A89B-2C3982118B98}" destId="{30563937-E7AA-DA46-8308-5F71A849B11D}" srcOrd="4" destOrd="0" parTransId="{7918846E-1227-0D43-9994-0177CCB33F3E}" sibTransId="{7A6D1114-B146-4945-8A62-1D9F6F4C830C}"/>
    <dgm:cxn modelId="{E9A8B2AC-6E28-C14B-B5FD-C19145E1A5B3}" type="presParOf" srcId="{AC5C13E0-6082-A140-993A-57419D84E2FC}" destId="{59FE9417-9388-5C42-863D-17FED689CA64}" srcOrd="0" destOrd="0" presId="urn:microsoft.com/office/officeart/2005/8/layout/hProcess11"/>
    <dgm:cxn modelId="{24A57F2E-B817-3645-A9B8-C831A308313C}" type="presParOf" srcId="{AC5C13E0-6082-A140-993A-57419D84E2FC}" destId="{B311A49B-B1E4-2546-ACF7-928B8F4300A5}" srcOrd="1" destOrd="0" presId="urn:microsoft.com/office/officeart/2005/8/layout/hProcess11"/>
    <dgm:cxn modelId="{B7F722C0-481D-A84E-9396-7A95DC9BB9E8}" type="presParOf" srcId="{B311A49B-B1E4-2546-ACF7-928B8F4300A5}" destId="{00458768-554B-6946-A227-E5D7F76BA0E0}" srcOrd="0" destOrd="0" presId="urn:microsoft.com/office/officeart/2005/8/layout/hProcess11"/>
    <dgm:cxn modelId="{E2BA18D3-782A-1441-B567-624978BB60AC}" type="presParOf" srcId="{00458768-554B-6946-A227-E5D7F76BA0E0}" destId="{AC486741-5B06-E64C-85C4-A8F2C644AC78}" srcOrd="0" destOrd="0" presId="urn:microsoft.com/office/officeart/2005/8/layout/hProcess11"/>
    <dgm:cxn modelId="{AB370021-F270-4842-B721-FAE67FB423B3}" type="presParOf" srcId="{00458768-554B-6946-A227-E5D7F76BA0E0}" destId="{95796CFD-C062-8446-90ED-8825EC8AAFDF}" srcOrd="1" destOrd="0" presId="urn:microsoft.com/office/officeart/2005/8/layout/hProcess11"/>
    <dgm:cxn modelId="{C25C6114-9EAE-9343-B934-654D19926A1A}" type="presParOf" srcId="{00458768-554B-6946-A227-E5D7F76BA0E0}" destId="{20EC9F0A-2675-4948-8840-1D4C91747A79}" srcOrd="2" destOrd="0" presId="urn:microsoft.com/office/officeart/2005/8/layout/hProcess11"/>
    <dgm:cxn modelId="{4B107784-66A0-A14E-AFA7-44159C5E3578}" type="presParOf" srcId="{B311A49B-B1E4-2546-ACF7-928B8F4300A5}" destId="{623197C2-B697-6C44-9B2A-D02A9180466E}" srcOrd="1" destOrd="0" presId="urn:microsoft.com/office/officeart/2005/8/layout/hProcess11"/>
    <dgm:cxn modelId="{84C1A193-1D66-784F-836D-F61987C3315E}" type="presParOf" srcId="{B311A49B-B1E4-2546-ACF7-928B8F4300A5}" destId="{0DF2AD63-4DF5-2C4E-940C-48EFF6C143DF}" srcOrd="2" destOrd="0" presId="urn:microsoft.com/office/officeart/2005/8/layout/hProcess11"/>
    <dgm:cxn modelId="{E48CE72C-B35A-E248-AABB-57106B28DD91}" type="presParOf" srcId="{0DF2AD63-4DF5-2C4E-940C-48EFF6C143DF}" destId="{4192FA4F-E249-0742-BFF5-5EBCA97BA1A1}" srcOrd="0" destOrd="0" presId="urn:microsoft.com/office/officeart/2005/8/layout/hProcess11"/>
    <dgm:cxn modelId="{28094B1C-6411-A44F-ABBE-17CF5DF502A1}" type="presParOf" srcId="{0DF2AD63-4DF5-2C4E-940C-48EFF6C143DF}" destId="{EBD05C32-F9DF-014E-9438-E19FEE60E073}" srcOrd="1" destOrd="0" presId="urn:microsoft.com/office/officeart/2005/8/layout/hProcess11"/>
    <dgm:cxn modelId="{1B5142D0-634B-194F-914D-A6DDA6227FF1}" type="presParOf" srcId="{0DF2AD63-4DF5-2C4E-940C-48EFF6C143DF}" destId="{D3CA8966-CF16-8F4F-8F1A-90AF0C456CC2}" srcOrd="2" destOrd="0" presId="urn:microsoft.com/office/officeart/2005/8/layout/hProcess11"/>
    <dgm:cxn modelId="{CC6BDF16-AE12-0442-83EE-AD1B663D6AF0}" type="presParOf" srcId="{B311A49B-B1E4-2546-ACF7-928B8F4300A5}" destId="{5EBE7A15-0504-D745-B3B2-8EDD549D9DEA}" srcOrd="3" destOrd="0" presId="urn:microsoft.com/office/officeart/2005/8/layout/hProcess11"/>
    <dgm:cxn modelId="{14757896-19B5-0045-8CC6-590AFD1B6952}" type="presParOf" srcId="{B311A49B-B1E4-2546-ACF7-928B8F4300A5}" destId="{CFD7BBDE-EC69-7845-BEBD-FDAFD083B742}" srcOrd="4" destOrd="0" presId="urn:microsoft.com/office/officeart/2005/8/layout/hProcess11"/>
    <dgm:cxn modelId="{4384D943-3983-B84B-9C97-D72458824308}" type="presParOf" srcId="{CFD7BBDE-EC69-7845-BEBD-FDAFD083B742}" destId="{8321ABB5-1C96-0840-A621-A3378E46FF34}" srcOrd="0" destOrd="0" presId="urn:microsoft.com/office/officeart/2005/8/layout/hProcess11"/>
    <dgm:cxn modelId="{9AF1A6F1-DF58-214D-AB5B-BF1158B862E6}" type="presParOf" srcId="{CFD7BBDE-EC69-7845-BEBD-FDAFD083B742}" destId="{442ECA6D-F237-454B-BB65-EC8F44B49849}" srcOrd="1" destOrd="0" presId="urn:microsoft.com/office/officeart/2005/8/layout/hProcess11"/>
    <dgm:cxn modelId="{57A4B776-D8D1-2643-BBA9-3D2DA5C62066}" type="presParOf" srcId="{CFD7BBDE-EC69-7845-BEBD-FDAFD083B742}" destId="{E32863C3-AAEC-9942-AEF0-C1036F446A38}" srcOrd="2" destOrd="0" presId="urn:microsoft.com/office/officeart/2005/8/layout/hProcess11"/>
    <dgm:cxn modelId="{1378A34F-8297-7945-89AF-2375A4BC2E50}" type="presParOf" srcId="{B311A49B-B1E4-2546-ACF7-928B8F4300A5}" destId="{BD9D90F7-FB3C-0547-BC62-13D94B4017B5}" srcOrd="5" destOrd="0" presId="urn:microsoft.com/office/officeart/2005/8/layout/hProcess11"/>
    <dgm:cxn modelId="{B7310E10-45C3-2147-9837-FEA60F29EC56}" type="presParOf" srcId="{B311A49B-B1E4-2546-ACF7-928B8F4300A5}" destId="{F0361AA2-EEE3-6A49-8785-5C265328C449}" srcOrd="6" destOrd="0" presId="urn:microsoft.com/office/officeart/2005/8/layout/hProcess11"/>
    <dgm:cxn modelId="{896F5967-8225-404C-8C49-A7E6318F5097}" type="presParOf" srcId="{F0361AA2-EEE3-6A49-8785-5C265328C449}" destId="{D63D006F-19AA-EE40-BAB6-6C23AA9F46F9}" srcOrd="0" destOrd="0" presId="urn:microsoft.com/office/officeart/2005/8/layout/hProcess11"/>
    <dgm:cxn modelId="{86BB47CF-1A88-D84E-BB42-CC5D3A083024}" type="presParOf" srcId="{F0361AA2-EEE3-6A49-8785-5C265328C449}" destId="{9A24BD15-3834-5249-B988-455F0DF83D78}" srcOrd="1" destOrd="0" presId="urn:microsoft.com/office/officeart/2005/8/layout/hProcess11"/>
    <dgm:cxn modelId="{634C9E97-729F-1D4D-97A5-2D16292C1C98}" type="presParOf" srcId="{F0361AA2-EEE3-6A49-8785-5C265328C449}" destId="{4AFCDFDF-9FF2-434A-8455-6196C81CAEB5}" srcOrd="2" destOrd="0" presId="urn:microsoft.com/office/officeart/2005/8/layout/hProcess11"/>
    <dgm:cxn modelId="{B4D42085-492C-D94D-B447-C560B1CBCC17}" type="presParOf" srcId="{B311A49B-B1E4-2546-ACF7-928B8F4300A5}" destId="{FA351464-4398-5D42-964B-FB31E2301E75}" srcOrd="7" destOrd="0" presId="urn:microsoft.com/office/officeart/2005/8/layout/hProcess11"/>
    <dgm:cxn modelId="{42A0B30E-86B3-394A-A37C-BFE96193972C}" type="presParOf" srcId="{B311A49B-B1E4-2546-ACF7-928B8F4300A5}" destId="{9045CD9D-229E-AB41-9458-B0A82BF0D744}" srcOrd="8" destOrd="0" presId="urn:microsoft.com/office/officeart/2005/8/layout/hProcess11"/>
    <dgm:cxn modelId="{BB1D79B9-2260-BA4A-9011-475509385156}" type="presParOf" srcId="{9045CD9D-229E-AB41-9458-B0A82BF0D744}" destId="{651E57C5-4F12-D446-9A60-8F4E0CB36BC1}" srcOrd="0" destOrd="0" presId="urn:microsoft.com/office/officeart/2005/8/layout/hProcess11"/>
    <dgm:cxn modelId="{EF888C57-5424-694E-A7AE-8050651297F5}" type="presParOf" srcId="{9045CD9D-229E-AB41-9458-B0A82BF0D744}" destId="{BA228433-68DE-AF4C-9B3C-49573E282078}" srcOrd="1" destOrd="0" presId="urn:microsoft.com/office/officeart/2005/8/layout/hProcess11"/>
    <dgm:cxn modelId="{054D05B8-4FE1-8247-BE1F-E98931E5D4EB}" type="presParOf" srcId="{9045CD9D-229E-AB41-9458-B0A82BF0D744}" destId="{9B33A81D-613E-664B-8E4D-78D0A79633A8}" srcOrd="2" destOrd="0" presId="urn:microsoft.com/office/officeart/2005/8/layout/hProcess11"/>
    <dgm:cxn modelId="{16319C1A-64F0-E443-A327-6E98C7CE2EC2}" type="presParOf" srcId="{B311A49B-B1E4-2546-ACF7-928B8F4300A5}" destId="{4AD00D0D-E1A7-A949-A089-5D37A6441A3E}" srcOrd="9" destOrd="0" presId="urn:microsoft.com/office/officeart/2005/8/layout/hProcess11"/>
    <dgm:cxn modelId="{9A37C620-7055-BF4F-ABA1-B7CF41E5803F}" type="presParOf" srcId="{B311A49B-B1E4-2546-ACF7-928B8F4300A5}" destId="{0840FEA9-ABA1-1643-BC53-39DDFE4FE897}" srcOrd="10" destOrd="0" presId="urn:microsoft.com/office/officeart/2005/8/layout/hProcess11"/>
    <dgm:cxn modelId="{8766C8EC-8027-6146-87DF-ACEC43B50BFC}" type="presParOf" srcId="{0840FEA9-ABA1-1643-BC53-39DDFE4FE897}" destId="{F741B507-BDFF-C44F-9CE2-282F05E7862D}" srcOrd="0" destOrd="0" presId="urn:microsoft.com/office/officeart/2005/8/layout/hProcess11"/>
    <dgm:cxn modelId="{2EBC4E0D-8777-D04E-B59D-49E8CC38FA44}" type="presParOf" srcId="{0840FEA9-ABA1-1643-BC53-39DDFE4FE897}" destId="{967314D3-D6EE-3A47-85B7-F77A38FCBB47}" srcOrd="1" destOrd="0" presId="urn:microsoft.com/office/officeart/2005/8/layout/hProcess11"/>
    <dgm:cxn modelId="{3AFE3D26-FDE2-B34E-98BD-011F0CCBDCC1}" type="presParOf" srcId="{0840FEA9-ABA1-1643-BC53-39DDFE4FE897}" destId="{06753818-EB97-8A41-A2F3-C668017D62C4}" srcOrd="2" destOrd="0" presId="urn:microsoft.com/office/officeart/2005/8/layout/hProcess11"/>
    <dgm:cxn modelId="{3A5293F0-0C75-E44E-9B7E-D33255AFC452}" type="presParOf" srcId="{B311A49B-B1E4-2546-ACF7-928B8F4300A5}" destId="{1E4BC3CE-75BC-1F41-BB62-34CBC8EE610B}" srcOrd="11" destOrd="0" presId="urn:microsoft.com/office/officeart/2005/8/layout/hProcess11"/>
    <dgm:cxn modelId="{0FAEA56C-57E2-5646-953A-8559DBD4C463}" type="presParOf" srcId="{B311A49B-B1E4-2546-ACF7-928B8F4300A5}" destId="{B45C0B84-4317-9540-9FC8-53571EE3D94B}" srcOrd="12" destOrd="0" presId="urn:microsoft.com/office/officeart/2005/8/layout/hProcess11"/>
    <dgm:cxn modelId="{18E1B42F-96E4-574B-A76A-A82F4BA906E1}" type="presParOf" srcId="{B45C0B84-4317-9540-9FC8-53571EE3D94B}" destId="{1B4E5C42-617F-784A-A308-A777AB821B04}" srcOrd="0" destOrd="0" presId="urn:microsoft.com/office/officeart/2005/8/layout/hProcess11"/>
    <dgm:cxn modelId="{941B8298-40AC-8B4B-827F-D5146006C824}" type="presParOf" srcId="{B45C0B84-4317-9540-9FC8-53571EE3D94B}" destId="{AC44AA5D-6CB4-DC40-95C5-2545B933BC1D}" srcOrd="1" destOrd="0" presId="urn:microsoft.com/office/officeart/2005/8/layout/hProcess11"/>
    <dgm:cxn modelId="{9FECFEF7-D927-7641-A8CC-8DAF839EF00A}" type="presParOf" srcId="{B45C0B84-4317-9540-9FC8-53571EE3D94B}" destId="{41AAC7D6-7E34-3F43-9C72-863126EF5DAC}" srcOrd="2" destOrd="0" presId="urn:microsoft.com/office/officeart/2005/8/layout/hProcess1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FE9417-9388-5C42-863D-17FED689CA64}">
      <dsp:nvSpPr>
        <dsp:cNvPr id="0" name=""/>
        <dsp:cNvSpPr/>
      </dsp:nvSpPr>
      <dsp:spPr>
        <a:xfrm>
          <a:off x="0" y="978865"/>
          <a:ext cx="10947950" cy="1305153"/>
        </a:xfrm>
        <a:prstGeom prst="notched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486741-5B06-E64C-85C4-A8F2C644AC78}">
      <dsp:nvSpPr>
        <dsp:cNvPr id="0" name=""/>
        <dsp:cNvSpPr/>
      </dsp:nvSpPr>
      <dsp:spPr>
        <a:xfrm>
          <a:off x="5965" y="0"/>
          <a:ext cx="1315838" cy="1305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a:lnSpc>
              <a:spcPct val="90000"/>
            </a:lnSpc>
            <a:spcBef>
              <a:spcPct val="0"/>
            </a:spcBef>
            <a:spcAft>
              <a:spcPct val="35000"/>
            </a:spcAft>
            <a:buNone/>
          </a:pPr>
          <a:r>
            <a:rPr lang="en-GB" sz="1200" b="0" kern="1200" dirty="0">
              <a:solidFill>
                <a:schemeClr val="bg1">
                  <a:lumMod val="50000"/>
                </a:schemeClr>
              </a:solidFill>
              <a:latin typeface="Trebuchet MS" panose="020B0603020202020204" pitchFamily="34" charset="0"/>
            </a:rPr>
            <a:t>Aqua pump HMI and Dashboard Migration Kick off</a:t>
          </a:r>
        </a:p>
        <a:p>
          <a:pPr marL="0" lvl="0" indent="0" algn="ctr" defTabSz="533400">
            <a:lnSpc>
              <a:spcPct val="90000"/>
            </a:lnSpc>
            <a:spcBef>
              <a:spcPct val="0"/>
            </a:spcBef>
            <a:spcAft>
              <a:spcPct val="35000"/>
            </a:spcAft>
            <a:buNone/>
          </a:pPr>
          <a:r>
            <a:rPr lang="en-GB" sz="1200" b="1" kern="1200" dirty="0">
              <a:solidFill>
                <a:schemeClr val="tx1"/>
              </a:solidFill>
              <a:latin typeface="Trebuchet MS" panose="020B0603020202020204" pitchFamily="34" charset="0"/>
            </a:rPr>
            <a:t>Nov-24</a:t>
          </a:r>
        </a:p>
      </dsp:txBody>
      <dsp:txXfrm>
        <a:off x="5965" y="0"/>
        <a:ext cx="1315838" cy="1305153"/>
      </dsp:txXfrm>
    </dsp:sp>
    <dsp:sp modelId="{95796CFD-C062-8446-90ED-8825EC8AAFDF}">
      <dsp:nvSpPr>
        <dsp:cNvPr id="0" name=""/>
        <dsp:cNvSpPr/>
      </dsp:nvSpPr>
      <dsp:spPr>
        <a:xfrm>
          <a:off x="500740" y="1468297"/>
          <a:ext cx="326288" cy="32628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92FA4F-E249-0742-BFF5-5EBCA97BA1A1}">
      <dsp:nvSpPr>
        <dsp:cNvPr id="0" name=""/>
        <dsp:cNvSpPr/>
      </dsp:nvSpPr>
      <dsp:spPr>
        <a:xfrm>
          <a:off x="1387596" y="1957730"/>
          <a:ext cx="1315838" cy="1305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GB" sz="1200" b="1" kern="1200" dirty="0">
              <a:solidFill>
                <a:schemeClr val="tx1"/>
              </a:solidFill>
              <a:latin typeface="Trebuchet MS" panose="020B0603020202020204" pitchFamily="34" charset="0"/>
            </a:rPr>
            <a:t>Dec-24</a:t>
          </a:r>
        </a:p>
        <a:p>
          <a:pPr marL="0" lvl="0" indent="0" algn="ctr" defTabSz="533400">
            <a:lnSpc>
              <a:spcPct val="90000"/>
            </a:lnSpc>
            <a:spcBef>
              <a:spcPct val="0"/>
            </a:spcBef>
            <a:spcAft>
              <a:spcPct val="35000"/>
            </a:spcAft>
            <a:buNone/>
          </a:pPr>
          <a:r>
            <a:rPr lang="en-GB" sz="1200" b="0" kern="1200" dirty="0">
              <a:solidFill>
                <a:schemeClr val="bg1">
                  <a:lumMod val="50000"/>
                </a:schemeClr>
              </a:solidFill>
              <a:latin typeface="Trebuchet MS" panose="020B0603020202020204" pitchFamily="34" charset="0"/>
            </a:rPr>
            <a:t> Gathered Requirements and started with Development</a:t>
          </a:r>
        </a:p>
      </dsp:txBody>
      <dsp:txXfrm>
        <a:off x="1387596" y="1957730"/>
        <a:ext cx="1315838" cy="1305153"/>
      </dsp:txXfrm>
    </dsp:sp>
    <dsp:sp modelId="{EBD05C32-F9DF-014E-9438-E19FEE60E073}">
      <dsp:nvSpPr>
        <dsp:cNvPr id="0" name=""/>
        <dsp:cNvSpPr/>
      </dsp:nvSpPr>
      <dsp:spPr>
        <a:xfrm>
          <a:off x="1882371" y="1468297"/>
          <a:ext cx="326288" cy="32628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321ABB5-1C96-0840-A621-A3378E46FF34}">
      <dsp:nvSpPr>
        <dsp:cNvPr id="0" name=""/>
        <dsp:cNvSpPr/>
      </dsp:nvSpPr>
      <dsp:spPr>
        <a:xfrm>
          <a:off x="2769226" y="0"/>
          <a:ext cx="1315838" cy="1305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a:lnSpc>
              <a:spcPct val="90000"/>
            </a:lnSpc>
            <a:spcBef>
              <a:spcPct val="0"/>
            </a:spcBef>
            <a:spcAft>
              <a:spcPct val="35000"/>
            </a:spcAft>
            <a:buNone/>
          </a:pPr>
          <a:r>
            <a:rPr lang="en-GB" sz="1200" b="0" kern="1200" dirty="0">
              <a:solidFill>
                <a:schemeClr val="bg1">
                  <a:lumMod val="50000"/>
                </a:schemeClr>
              </a:solidFill>
              <a:latin typeface="Trebuchet MS" panose="020B0603020202020204" pitchFamily="34" charset="0"/>
            </a:rPr>
            <a:t> Deployed applications for first round of testing </a:t>
          </a:r>
        </a:p>
        <a:p>
          <a:pPr marL="0" lvl="0" indent="0" algn="ctr" defTabSz="533400">
            <a:lnSpc>
              <a:spcPct val="90000"/>
            </a:lnSpc>
            <a:spcBef>
              <a:spcPct val="0"/>
            </a:spcBef>
            <a:spcAft>
              <a:spcPct val="35000"/>
            </a:spcAft>
            <a:buNone/>
          </a:pPr>
          <a:r>
            <a:rPr lang="en-GB" sz="1200" b="1" kern="1200" dirty="0">
              <a:solidFill>
                <a:schemeClr val="tx1"/>
              </a:solidFill>
              <a:latin typeface="Trebuchet MS" panose="020B0603020202020204" pitchFamily="34" charset="0"/>
            </a:rPr>
            <a:t>Jan-25</a:t>
          </a:r>
        </a:p>
      </dsp:txBody>
      <dsp:txXfrm>
        <a:off x="2769226" y="0"/>
        <a:ext cx="1315838" cy="1305153"/>
      </dsp:txXfrm>
    </dsp:sp>
    <dsp:sp modelId="{442ECA6D-F237-454B-BB65-EC8F44B49849}">
      <dsp:nvSpPr>
        <dsp:cNvPr id="0" name=""/>
        <dsp:cNvSpPr/>
      </dsp:nvSpPr>
      <dsp:spPr>
        <a:xfrm>
          <a:off x="3264002" y="1468297"/>
          <a:ext cx="326288" cy="32628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63D006F-19AA-EE40-BAB6-6C23AA9F46F9}">
      <dsp:nvSpPr>
        <dsp:cNvPr id="0" name=""/>
        <dsp:cNvSpPr/>
      </dsp:nvSpPr>
      <dsp:spPr>
        <a:xfrm>
          <a:off x="4150857" y="1957730"/>
          <a:ext cx="1551439" cy="1305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GB" sz="1200" b="1" kern="1200" dirty="0">
              <a:solidFill>
                <a:schemeClr val="tx1"/>
              </a:solidFill>
              <a:latin typeface="Trebuchet MS" panose="020B0603020202020204" pitchFamily="34" charset="0"/>
            </a:rPr>
            <a:t>Feb-25</a:t>
          </a:r>
          <a:r>
            <a:rPr lang="en-GB" sz="1200" b="0" kern="1200" dirty="0">
              <a:solidFill>
                <a:schemeClr val="bg1">
                  <a:lumMod val="50000"/>
                </a:schemeClr>
              </a:solidFill>
              <a:latin typeface="Trebuchet MS" panose="020B0603020202020204" pitchFamily="34" charset="0"/>
            </a:rPr>
            <a:t> </a:t>
          </a:r>
        </a:p>
        <a:p>
          <a:pPr marL="0" lvl="0" indent="0" algn="ctr" defTabSz="533400">
            <a:lnSpc>
              <a:spcPct val="90000"/>
            </a:lnSpc>
            <a:spcBef>
              <a:spcPct val="0"/>
            </a:spcBef>
            <a:spcAft>
              <a:spcPct val="35000"/>
            </a:spcAft>
            <a:buNone/>
          </a:pPr>
          <a:r>
            <a:rPr lang="en-GB" sz="1200" b="0" kern="1200" dirty="0">
              <a:solidFill>
                <a:schemeClr val="bg1">
                  <a:lumMod val="50000"/>
                </a:schemeClr>
              </a:solidFill>
              <a:latin typeface="Trebuchet MS" panose="020B0603020202020204" pitchFamily="34" charset="0"/>
            </a:rPr>
            <a:t>Successfully integrated all the feedback and deployed the application in production</a:t>
          </a:r>
        </a:p>
      </dsp:txBody>
      <dsp:txXfrm>
        <a:off x="4150857" y="1957730"/>
        <a:ext cx="1551439" cy="1305153"/>
      </dsp:txXfrm>
    </dsp:sp>
    <dsp:sp modelId="{9A24BD15-3834-5249-B988-455F0DF83D78}">
      <dsp:nvSpPr>
        <dsp:cNvPr id="0" name=""/>
        <dsp:cNvSpPr/>
      </dsp:nvSpPr>
      <dsp:spPr>
        <a:xfrm>
          <a:off x="4763433" y="1468297"/>
          <a:ext cx="326288" cy="32628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51E57C5-4F12-D446-9A60-8F4E0CB36BC1}">
      <dsp:nvSpPr>
        <dsp:cNvPr id="0" name=""/>
        <dsp:cNvSpPr/>
      </dsp:nvSpPr>
      <dsp:spPr>
        <a:xfrm>
          <a:off x="5768089" y="0"/>
          <a:ext cx="1315838" cy="1305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a:lnSpc>
              <a:spcPct val="90000"/>
            </a:lnSpc>
            <a:spcBef>
              <a:spcPct val="0"/>
            </a:spcBef>
            <a:spcAft>
              <a:spcPct val="35000"/>
            </a:spcAft>
            <a:buNone/>
          </a:pPr>
          <a:r>
            <a:rPr lang="en-GB" sz="1200" b="0" kern="1200" dirty="0">
              <a:solidFill>
                <a:schemeClr val="bg1">
                  <a:lumMod val="50000"/>
                </a:schemeClr>
              </a:solidFill>
              <a:latin typeface="Trebuchet MS" panose="020B0603020202020204" pitchFamily="34" charset="0"/>
            </a:rPr>
            <a:t> Started with development of reporting suite</a:t>
          </a:r>
        </a:p>
        <a:p>
          <a:pPr marL="0" lvl="0" indent="0" algn="ctr" defTabSz="533400">
            <a:lnSpc>
              <a:spcPct val="90000"/>
            </a:lnSpc>
            <a:spcBef>
              <a:spcPct val="0"/>
            </a:spcBef>
            <a:spcAft>
              <a:spcPct val="35000"/>
            </a:spcAft>
            <a:buNone/>
          </a:pPr>
          <a:r>
            <a:rPr lang="en-GB" sz="1200" b="1" kern="1200" dirty="0">
              <a:solidFill>
                <a:schemeClr val="tx1"/>
              </a:solidFill>
              <a:latin typeface="Trebuchet MS" panose="020B0603020202020204" pitchFamily="34" charset="0"/>
            </a:rPr>
            <a:t>Mar-25</a:t>
          </a:r>
        </a:p>
      </dsp:txBody>
      <dsp:txXfrm>
        <a:off x="5768089" y="0"/>
        <a:ext cx="1315838" cy="1305153"/>
      </dsp:txXfrm>
    </dsp:sp>
    <dsp:sp modelId="{BA228433-68DE-AF4C-9B3C-49573E282078}">
      <dsp:nvSpPr>
        <dsp:cNvPr id="0" name=""/>
        <dsp:cNvSpPr/>
      </dsp:nvSpPr>
      <dsp:spPr>
        <a:xfrm>
          <a:off x="6262864" y="1468297"/>
          <a:ext cx="326288" cy="32628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741B507-BDFF-C44F-9CE2-282F05E7862D}">
      <dsp:nvSpPr>
        <dsp:cNvPr id="0" name=""/>
        <dsp:cNvSpPr/>
      </dsp:nvSpPr>
      <dsp:spPr>
        <a:xfrm>
          <a:off x="7149720" y="1957730"/>
          <a:ext cx="1315838" cy="1305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t" anchorCtr="0">
          <a:noAutofit/>
        </a:bodyPr>
        <a:lstStyle/>
        <a:p>
          <a:pPr marL="0" lvl="0" indent="0" algn="ctr" defTabSz="533400">
            <a:lnSpc>
              <a:spcPct val="90000"/>
            </a:lnSpc>
            <a:spcBef>
              <a:spcPct val="0"/>
            </a:spcBef>
            <a:spcAft>
              <a:spcPct val="35000"/>
            </a:spcAft>
            <a:buNone/>
          </a:pPr>
          <a:r>
            <a:rPr lang="en-GB" sz="1200" b="1" kern="1200" dirty="0">
              <a:solidFill>
                <a:schemeClr val="tx1"/>
              </a:solidFill>
              <a:latin typeface="Trebuchet MS" panose="020B0603020202020204" pitchFamily="34" charset="0"/>
            </a:rPr>
            <a:t>April-25</a:t>
          </a:r>
          <a:r>
            <a:rPr lang="en-GB" sz="1200" b="0" kern="1200" dirty="0">
              <a:solidFill>
                <a:schemeClr val="bg1">
                  <a:lumMod val="50000"/>
                </a:schemeClr>
              </a:solidFill>
              <a:latin typeface="Trebuchet MS" panose="020B0603020202020204" pitchFamily="34" charset="0"/>
            </a:rPr>
            <a:t> </a:t>
          </a:r>
        </a:p>
        <a:p>
          <a:pPr marL="0" lvl="0" indent="0" algn="ctr" defTabSz="533400">
            <a:lnSpc>
              <a:spcPct val="90000"/>
            </a:lnSpc>
            <a:spcBef>
              <a:spcPct val="0"/>
            </a:spcBef>
            <a:spcAft>
              <a:spcPct val="35000"/>
            </a:spcAft>
            <a:buNone/>
          </a:pPr>
          <a:r>
            <a:rPr lang="en-GB" sz="1200" b="0" kern="1200" dirty="0">
              <a:solidFill>
                <a:schemeClr val="bg1">
                  <a:lumMod val="50000"/>
                </a:schemeClr>
              </a:solidFill>
              <a:latin typeface="Trebuchet MS" panose="020B0603020202020204" pitchFamily="34" charset="0"/>
            </a:rPr>
            <a:t>Partnered with Embedded systems expert to develop PCB design</a:t>
          </a:r>
        </a:p>
      </dsp:txBody>
      <dsp:txXfrm>
        <a:off x="7149720" y="1957730"/>
        <a:ext cx="1315838" cy="1305153"/>
      </dsp:txXfrm>
    </dsp:sp>
    <dsp:sp modelId="{967314D3-D6EE-3A47-85B7-F77A38FCBB47}">
      <dsp:nvSpPr>
        <dsp:cNvPr id="0" name=""/>
        <dsp:cNvSpPr/>
      </dsp:nvSpPr>
      <dsp:spPr>
        <a:xfrm>
          <a:off x="7644495" y="1468297"/>
          <a:ext cx="326288" cy="32628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B4E5C42-617F-784A-A308-A777AB821B04}">
      <dsp:nvSpPr>
        <dsp:cNvPr id="0" name=""/>
        <dsp:cNvSpPr/>
      </dsp:nvSpPr>
      <dsp:spPr>
        <a:xfrm>
          <a:off x="8531350" y="0"/>
          <a:ext cx="1315838" cy="130515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5344" tIns="85344" rIns="85344" bIns="85344" numCol="1" spcCol="1270" anchor="b" anchorCtr="0">
          <a:noAutofit/>
        </a:bodyPr>
        <a:lstStyle/>
        <a:p>
          <a:pPr marL="0" lvl="0" indent="0" algn="ctr" defTabSz="533400">
            <a:lnSpc>
              <a:spcPct val="90000"/>
            </a:lnSpc>
            <a:spcBef>
              <a:spcPct val="0"/>
            </a:spcBef>
            <a:spcAft>
              <a:spcPct val="35000"/>
            </a:spcAft>
            <a:buNone/>
          </a:pPr>
          <a:r>
            <a:rPr lang="en-GB" sz="1200" b="0" kern="1200" dirty="0">
              <a:solidFill>
                <a:schemeClr val="bg1">
                  <a:lumMod val="50000"/>
                </a:schemeClr>
              </a:solidFill>
              <a:latin typeface="Trebuchet MS" panose="020B0603020202020204" pitchFamily="34" charset="0"/>
            </a:rPr>
            <a:t>Partner with Craftsman to develop and deliver the end-to-end reporting and monitoring solution</a:t>
          </a:r>
        </a:p>
        <a:p>
          <a:pPr marL="0" lvl="0" indent="0" algn="ctr" defTabSz="533400">
            <a:lnSpc>
              <a:spcPct val="90000"/>
            </a:lnSpc>
            <a:spcBef>
              <a:spcPct val="0"/>
            </a:spcBef>
            <a:spcAft>
              <a:spcPct val="35000"/>
            </a:spcAft>
            <a:buNone/>
          </a:pPr>
          <a:r>
            <a:rPr lang="en-GB" sz="1200" b="1" kern="1200" dirty="0">
              <a:solidFill>
                <a:schemeClr val="tx1"/>
              </a:solidFill>
              <a:latin typeface="Trebuchet MS" panose="020B0603020202020204" pitchFamily="34" charset="0"/>
            </a:rPr>
            <a:t>May-25</a:t>
          </a:r>
        </a:p>
      </dsp:txBody>
      <dsp:txXfrm>
        <a:off x="8531350" y="0"/>
        <a:ext cx="1315838" cy="1305153"/>
      </dsp:txXfrm>
    </dsp:sp>
    <dsp:sp modelId="{AC44AA5D-6CB4-DC40-95C5-2545B933BC1D}">
      <dsp:nvSpPr>
        <dsp:cNvPr id="0" name=""/>
        <dsp:cNvSpPr/>
      </dsp:nvSpPr>
      <dsp:spPr>
        <a:xfrm>
          <a:off x="9026126" y="1468297"/>
          <a:ext cx="326288" cy="326288"/>
        </a:xfrm>
        <a:prstGeom prst="ellips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368F83A-302B-D5C7-8388-31A7738B9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55529D8-29D3-4EF8-AFE4-9B04C334D78A}" type="datetimeFigureOut">
              <a:rPr lang="en-US" smtClean="0"/>
              <a:t>5/1/2025</a:t>
            </a:fld>
            <a:endParaRPr lang="en-US" dirty="0"/>
          </a:p>
        </p:txBody>
      </p:sp>
      <p:sp>
        <p:nvSpPr>
          <p:cNvPr id="4" name="Footer Placeholder 3">
            <a:extLst>
              <a:ext uri="{FF2B5EF4-FFF2-40B4-BE49-F238E27FC236}">
                <a16:creationId xmlns:a16="http://schemas.microsoft.com/office/drawing/2014/main" id="{A90593AB-C6A0-9A15-AB36-A73DC45ECA7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dirty="0"/>
              <a:t>Footer</a:t>
            </a:r>
          </a:p>
        </p:txBody>
      </p:sp>
      <p:sp>
        <p:nvSpPr>
          <p:cNvPr id="5" name="Slide Number Placeholder 4">
            <a:extLst>
              <a:ext uri="{FF2B5EF4-FFF2-40B4-BE49-F238E27FC236}">
                <a16:creationId xmlns:a16="http://schemas.microsoft.com/office/drawing/2014/main" id="{EEFA4FD5-91A7-B4C3-9946-947BB86E9AE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BCE52CC-DD0F-44B3-B13D-E7228EEC80E7}" type="slidenum">
              <a:rPr lang="en-US" smtClean="0"/>
              <a:t>‹#›</a:t>
            </a:fld>
            <a:endParaRPr lang="en-US" dirty="0"/>
          </a:p>
        </p:txBody>
      </p:sp>
      <p:sp>
        <p:nvSpPr>
          <p:cNvPr id="6" name="Header Placeholder 5">
            <a:extLst>
              <a:ext uri="{FF2B5EF4-FFF2-40B4-BE49-F238E27FC236}">
                <a16:creationId xmlns:a16="http://schemas.microsoft.com/office/drawing/2014/main" id="{7D257EEE-7A71-A801-1D30-27730853F45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ltLang="zh-CN" dirty="0"/>
              <a:t>Header</a:t>
            </a:r>
            <a:endParaRPr lang="en-US" dirty="0"/>
          </a:p>
        </p:txBody>
      </p:sp>
    </p:spTree>
    <p:extLst>
      <p:ext uri="{BB962C8B-B14F-4D97-AF65-F5344CB8AC3E}">
        <p14:creationId xmlns:p14="http://schemas.microsoft.com/office/powerpoint/2010/main" val="33233634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CN" dirty="0"/>
              <a:t>Click to edit Master text styles</a:t>
            </a:r>
            <a:endParaRPr lang="zh-CN" altLang="en-US" dirty="0"/>
          </a:p>
          <a:p>
            <a:pPr lvl="1"/>
            <a:r>
              <a:rPr lang="en-US" altLang="zh-CN" dirty="0"/>
              <a:t>Second</a:t>
            </a:r>
            <a:r>
              <a:rPr lang="zh-CN" altLang="en-US" dirty="0"/>
              <a:t> </a:t>
            </a:r>
            <a:r>
              <a:rPr lang="en-US" altLang="zh-CN" dirty="0"/>
              <a:t>level</a:t>
            </a:r>
            <a:endParaRPr lang="zh-CN" altLang="en-US" dirty="0"/>
          </a:p>
          <a:p>
            <a:pPr lvl="2"/>
            <a:r>
              <a:rPr lang="en-US" altLang="zh-CN" dirty="0"/>
              <a:t>Third</a:t>
            </a:r>
            <a:r>
              <a:rPr lang="zh-CN" altLang="en-US" dirty="0"/>
              <a:t> </a:t>
            </a:r>
            <a:r>
              <a:rPr lang="en-US" altLang="zh-CN" dirty="0"/>
              <a:t>level</a:t>
            </a:r>
            <a:endParaRPr lang="zh-CN" altLang="en-US" dirty="0"/>
          </a:p>
          <a:p>
            <a:pPr lvl="3"/>
            <a:r>
              <a:rPr lang="en-US" altLang="zh-CN" dirty="0"/>
              <a:t>Fourth level</a:t>
            </a:r>
            <a:endParaRPr lang="zh-CN" altLang="en-US" dirty="0"/>
          </a:p>
          <a:p>
            <a:pPr lvl="4"/>
            <a:r>
              <a:rPr lang="en-US" altLang="zh-CN" dirty="0"/>
              <a:t>Fifth level</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3DABDA-89F0-4727-B28F-05A90B0069BB}" type="slidenum">
              <a:rPr lang="zh-CN" altLang="en-US" smtClean="0"/>
              <a:t>‹#›</a:t>
            </a:fld>
            <a:endParaRPr lang="zh-CN" altLang="en-US"/>
          </a:p>
        </p:txBody>
      </p:sp>
      <p:sp>
        <p:nvSpPr>
          <p:cNvPr id="8" name="Date Placeholder 7">
            <a:extLst>
              <a:ext uri="{FF2B5EF4-FFF2-40B4-BE49-F238E27FC236}">
                <a16:creationId xmlns:a16="http://schemas.microsoft.com/office/drawing/2014/main" id="{2D11F53F-2F00-3651-F337-81306AF8F1EE}"/>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9EF805B-254D-4FE1-8316-FEA92B4B8253}" type="datetimeFigureOut">
              <a:rPr lang="en-US" smtClean="0"/>
              <a:t>5/1/2025</a:t>
            </a:fld>
            <a:endParaRPr lang="en-US"/>
          </a:p>
        </p:txBody>
      </p:sp>
    </p:spTree>
    <p:extLst>
      <p:ext uri="{BB962C8B-B14F-4D97-AF65-F5344CB8AC3E}">
        <p14:creationId xmlns:p14="http://schemas.microsoft.com/office/powerpoint/2010/main" val="4698959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r>
              <a:rPr lang="en-US" altLang="zh-CN"/>
              <a:t>01/23/2025</a:t>
            </a:r>
          </a:p>
        </p:txBody>
      </p:sp>
      <p:sp>
        <p:nvSpPr>
          <p:cNvPr id="5" name="Footer Placeholder 4"/>
          <p:cNvSpPr>
            <a:spLocks noGrp="1"/>
          </p:cNvSpPr>
          <p:nvPr>
            <p:ph type="ftr" sz="quarter" idx="11"/>
          </p:nvPr>
        </p:nvSpPr>
        <p:spPr/>
        <p:txBody>
          <a:bodyPr/>
          <a:lstStyle/>
          <a:p>
            <a:r>
              <a:rPr lang="en-US" altLang="zh-CN"/>
              <a:t>Sample Footer Text</a:t>
            </a:r>
          </a:p>
        </p:txBody>
      </p:sp>
      <p:sp>
        <p:nvSpPr>
          <p:cNvPr id="6" name="Slide Number Placeholder 5"/>
          <p:cNvSpPr>
            <a:spLocks noGrp="1"/>
          </p:cNvSpPr>
          <p:nvPr>
            <p:ph type="sldNum" sz="quarter" idx="12"/>
          </p:nvPr>
        </p:nvSpPr>
        <p:spPr/>
        <p:txBody>
          <a:bodyPr/>
          <a:lstStyle/>
          <a:p>
            <a:fld id="{53642C38-124F-4CC4-99D8-72838B5B5271}" type="slidenum">
              <a:rPr lang="en-US" altLang="zh-CN" smtClean="0"/>
              <a:pPr/>
              <a:t>‹#›</a:t>
            </a:fld>
            <a:endParaRPr lang="en-US" altLang="zh-CN"/>
          </a:p>
        </p:txBody>
      </p:sp>
    </p:spTree>
    <p:extLst>
      <p:ext uri="{BB962C8B-B14F-4D97-AF65-F5344CB8AC3E}">
        <p14:creationId xmlns:p14="http://schemas.microsoft.com/office/powerpoint/2010/main" val="152150712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r>
              <a:rPr lang="en-US" altLang="zh-CN"/>
              <a:t>01/23/2025</a:t>
            </a:r>
          </a:p>
        </p:txBody>
      </p:sp>
      <p:sp>
        <p:nvSpPr>
          <p:cNvPr id="5" name="Footer Placeholder 4"/>
          <p:cNvSpPr>
            <a:spLocks noGrp="1"/>
          </p:cNvSpPr>
          <p:nvPr>
            <p:ph type="ftr" sz="quarter" idx="11"/>
          </p:nvPr>
        </p:nvSpPr>
        <p:spPr/>
        <p:txBody>
          <a:bodyPr/>
          <a:lstStyle/>
          <a:p>
            <a:r>
              <a:rPr lang="en-US" altLang="zh-CN"/>
              <a:t>Sample Footer Text</a:t>
            </a:r>
          </a:p>
        </p:txBody>
      </p:sp>
      <p:sp>
        <p:nvSpPr>
          <p:cNvPr id="6" name="Slide Number Placeholder 5"/>
          <p:cNvSpPr>
            <a:spLocks noGrp="1"/>
          </p:cNvSpPr>
          <p:nvPr>
            <p:ph type="sldNum" sz="quarter" idx="12"/>
          </p:nvPr>
        </p:nvSpPr>
        <p:spPr/>
        <p:txBody>
          <a:bodyPr/>
          <a:lstStyle/>
          <a:p>
            <a:fld id="{53642C38-124F-4CC4-99D8-72838B5B5271}" type="slidenum">
              <a:rPr lang="en-US" altLang="zh-CN" smtClean="0"/>
              <a:pPr/>
              <a:t>‹#›</a:t>
            </a:fld>
            <a:endParaRPr lang="en-US" altLang="zh-CN"/>
          </a:p>
        </p:txBody>
      </p:sp>
    </p:spTree>
    <p:extLst>
      <p:ext uri="{BB962C8B-B14F-4D97-AF65-F5344CB8AC3E}">
        <p14:creationId xmlns:p14="http://schemas.microsoft.com/office/powerpoint/2010/main" val="77802425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r>
              <a:rPr lang="en-US" altLang="zh-CN"/>
              <a:t>01/23/2025</a:t>
            </a:r>
          </a:p>
        </p:txBody>
      </p:sp>
      <p:sp>
        <p:nvSpPr>
          <p:cNvPr id="5" name="Footer Placeholder 4"/>
          <p:cNvSpPr>
            <a:spLocks noGrp="1"/>
          </p:cNvSpPr>
          <p:nvPr>
            <p:ph type="ftr" sz="quarter" idx="11"/>
          </p:nvPr>
        </p:nvSpPr>
        <p:spPr/>
        <p:txBody>
          <a:bodyPr/>
          <a:lstStyle/>
          <a:p>
            <a:r>
              <a:rPr lang="en-US" altLang="zh-CN"/>
              <a:t>Sample Footer Text</a:t>
            </a:r>
          </a:p>
        </p:txBody>
      </p:sp>
      <p:sp>
        <p:nvSpPr>
          <p:cNvPr id="6" name="Slide Number Placeholder 5"/>
          <p:cNvSpPr>
            <a:spLocks noGrp="1"/>
          </p:cNvSpPr>
          <p:nvPr>
            <p:ph type="sldNum" sz="quarter" idx="12"/>
          </p:nvPr>
        </p:nvSpPr>
        <p:spPr/>
        <p:txBody>
          <a:bodyPr/>
          <a:lstStyle/>
          <a:p>
            <a:fld id="{53642C38-124F-4CC4-99D8-72838B5B5271}" type="slidenum">
              <a:rPr lang="en-US" altLang="zh-CN" smtClean="0"/>
              <a:pPr/>
              <a:t>‹#›</a:t>
            </a:fld>
            <a:endParaRPr lang="en-US" altLang="zh-CN"/>
          </a:p>
        </p:txBody>
      </p:sp>
    </p:spTree>
    <p:extLst>
      <p:ext uri="{BB962C8B-B14F-4D97-AF65-F5344CB8AC3E}">
        <p14:creationId xmlns:p14="http://schemas.microsoft.com/office/powerpoint/2010/main" val="53301953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r>
              <a:rPr lang="en-US" altLang="zh-CN"/>
              <a:t>01/23/2025</a:t>
            </a:r>
          </a:p>
        </p:txBody>
      </p:sp>
      <p:sp>
        <p:nvSpPr>
          <p:cNvPr id="6" name="Footer Placeholder 5"/>
          <p:cNvSpPr>
            <a:spLocks noGrp="1"/>
          </p:cNvSpPr>
          <p:nvPr>
            <p:ph type="ftr" sz="quarter" idx="11"/>
          </p:nvPr>
        </p:nvSpPr>
        <p:spPr/>
        <p:txBody>
          <a:bodyPr/>
          <a:lstStyle/>
          <a:p>
            <a:r>
              <a:rPr lang="en-US" altLang="zh-CN"/>
              <a:t>Sample Footer Text</a:t>
            </a:r>
          </a:p>
        </p:txBody>
      </p:sp>
      <p:sp>
        <p:nvSpPr>
          <p:cNvPr id="7" name="Slide Number Placeholder 6"/>
          <p:cNvSpPr>
            <a:spLocks noGrp="1"/>
          </p:cNvSpPr>
          <p:nvPr>
            <p:ph type="sldNum" sz="quarter" idx="12"/>
          </p:nvPr>
        </p:nvSpPr>
        <p:spPr/>
        <p:txBody>
          <a:bodyPr/>
          <a:lstStyle/>
          <a:p>
            <a:fld id="{53642C38-124F-4CC4-99D8-72838B5B5271}" type="slidenum">
              <a:rPr lang="en-US" altLang="zh-CN" smtClean="0"/>
              <a:pPr/>
              <a:t>‹#›</a:t>
            </a:fld>
            <a:endParaRPr lang="en-US" altLang="zh-CN"/>
          </a:p>
        </p:txBody>
      </p:sp>
    </p:spTree>
    <p:extLst>
      <p:ext uri="{BB962C8B-B14F-4D97-AF65-F5344CB8AC3E}">
        <p14:creationId xmlns:p14="http://schemas.microsoft.com/office/powerpoint/2010/main" val="55035691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r>
              <a:rPr lang="en-US" altLang="zh-CN"/>
              <a:t>01/23/2025</a:t>
            </a:r>
          </a:p>
        </p:txBody>
      </p:sp>
      <p:sp>
        <p:nvSpPr>
          <p:cNvPr id="8" name="Footer Placeholder 7"/>
          <p:cNvSpPr>
            <a:spLocks noGrp="1"/>
          </p:cNvSpPr>
          <p:nvPr>
            <p:ph type="ftr" sz="quarter" idx="11"/>
          </p:nvPr>
        </p:nvSpPr>
        <p:spPr/>
        <p:txBody>
          <a:bodyPr/>
          <a:lstStyle/>
          <a:p>
            <a:r>
              <a:rPr lang="en-US" altLang="zh-CN"/>
              <a:t>Sample Footer Text</a:t>
            </a:r>
          </a:p>
        </p:txBody>
      </p:sp>
      <p:sp>
        <p:nvSpPr>
          <p:cNvPr id="9" name="Slide Number Placeholder 8"/>
          <p:cNvSpPr>
            <a:spLocks noGrp="1"/>
          </p:cNvSpPr>
          <p:nvPr>
            <p:ph type="sldNum" sz="quarter" idx="12"/>
          </p:nvPr>
        </p:nvSpPr>
        <p:spPr/>
        <p:txBody>
          <a:bodyPr/>
          <a:lstStyle/>
          <a:p>
            <a:fld id="{53642C38-124F-4CC4-99D8-72838B5B5271}" type="slidenum">
              <a:rPr lang="en-US" altLang="zh-CN" smtClean="0"/>
              <a:pPr/>
              <a:t>‹#›</a:t>
            </a:fld>
            <a:endParaRPr lang="en-US" altLang="zh-CN"/>
          </a:p>
        </p:txBody>
      </p:sp>
    </p:spTree>
    <p:extLst>
      <p:ext uri="{BB962C8B-B14F-4D97-AF65-F5344CB8AC3E}">
        <p14:creationId xmlns:p14="http://schemas.microsoft.com/office/powerpoint/2010/main" val="1866897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r>
              <a:rPr lang="en-US" altLang="zh-CN"/>
              <a:t>03/12/2025</a:t>
            </a:r>
          </a:p>
        </p:txBody>
      </p:sp>
      <p:sp>
        <p:nvSpPr>
          <p:cNvPr id="4" name="Footer Placeholder 3"/>
          <p:cNvSpPr>
            <a:spLocks noGrp="1"/>
          </p:cNvSpPr>
          <p:nvPr>
            <p:ph type="ftr" sz="quarter" idx="11"/>
          </p:nvPr>
        </p:nvSpPr>
        <p:spPr/>
        <p:txBody>
          <a:bodyPr/>
          <a:lstStyle/>
          <a:p>
            <a:r>
              <a:rPr lang="en-US" altLang="zh-CN"/>
              <a:t>Sample Footer Text</a:t>
            </a:r>
          </a:p>
        </p:txBody>
      </p:sp>
      <p:sp>
        <p:nvSpPr>
          <p:cNvPr id="5" name="Slide Number Placeholder 4"/>
          <p:cNvSpPr>
            <a:spLocks noGrp="1"/>
          </p:cNvSpPr>
          <p:nvPr>
            <p:ph type="sldNum" sz="quarter" idx="12"/>
          </p:nvPr>
        </p:nvSpPr>
        <p:spPr/>
        <p:txBody>
          <a:bodyPr/>
          <a:lstStyle/>
          <a:p>
            <a:fld id="{53642C38-124F-4CC4-99D8-72838B5B5271}" type="slidenum">
              <a:rPr lang="en-US" altLang="zh-CN" smtClean="0"/>
              <a:pPr/>
              <a:t>‹#›</a:t>
            </a:fld>
            <a:endParaRPr lang="en-US" altLang="zh-CN"/>
          </a:p>
        </p:txBody>
      </p:sp>
      <p:sp>
        <p:nvSpPr>
          <p:cNvPr id="6" name="Freeform 3">
            <a:extLst>
              <a:ext uri="{FF2B5EF4-FFF2-40B4-BE49-F238E27FC236}">
                <a16:creationId xmlns:a16="http://schemas.microsoft.com/office/drawing/2014/main" id="{67E68ACF-1284-5F31-103A-CDD790CB2B36}"/>
              </a:ext>
              <a:ext uri="{C183D7F6-B498-43B3-948B-1728B52AA6E4}">
                <adec:decorative xmlns:adec="http://schemas.microsoft.com/office/drawing/2017/decorative" val="1"/>
              </a:ext>
            </a:extLst>
          </p:cNvPr>
          <p:cNvSpPr/>
          <p:nvPr userDrawn="1"/>
        </p:nvSpPr>
        <p:spPr>
          <a:xfrm>
            <a:off x="0" y="6429288"/>
            <a:ext cx="11335168" cy="428711"/>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7" name="Freeform 6">
            <a:extLst>
              <a:ext uri="{FF2B5EF4-FFF2-40B4-BE49-F238E27FC236}">
                <a16:creationId xmlns:a16="http://schemas.microsoft.com/office/drawing/2014/main" id="{17F78979-C515-1086-D8E5-799FB1A89297}"/>
              </a:ext>
              <a:ext uri="{C183D7F6-B498-43B3-948B-1728B52AA6E4}">
                <adec:decorative xmlns:adec="http://schemas.microsoft.com/office/drawing/2017/decorative" val="1"/>
              </a:ext>
            </a:extLst>
          </p:cNvPr>
          <p:cNvSpPr/>
          <p:nvPr userDrawn="1"/>
        </p:nvSpPr>
        <p:spPr>
          <a:xfrm rot="10800000" flipH="1" flipV="1">
            <a:off x="11762287"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8" name="Freeform 16">
            <a:extLst>
              <a:ext uri="{FF2B5EF4-FFF2-40B4-BE49-F238E27FC236}">
                <a16:creationId xmlns:a16="http://schemas.microsoft.com/office/drawing/2014/main" id="{D9AC8EED-7F11-BAF5-1339-F3622C2F8081}"/>
              </a:ext>
              <a:ext uri="{C183D7F6-B498-43B3-948B-1728B52AA6E4}">
                <adec:decorative xmlns:adec="http://schemas.microsoft.com/office/drawing/2017/decorative" val="1"/>
              </a:ext>
            </a:extLst>
          </p:cNvPr>
          <p:cNvSpPr/>
          <p:nvPr userDrawn="1"/>
        </p:nvSpPr>
        <p:spPr>
          <a:xfrm rot="10800000" flipH="1" flipV="1">
            <a:off x="11335168" y="6021345"/>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25166401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ltLang="zh-CN"/>
              <a:t>03/12/2025</a:t>
            </a:r>
          </a:p>
        </p:txBody>
      </p:sp>
      <p:sp>
        <p:nvSpPr>
          <p:cNvPr id="3" name="Footer Placeholder 2"/>
          <p:cNvSpPr>
            <a:spLocks noGrp="1"/>
          </p:cNvSpPr>
          <p:nvPr>
            <p:ph type="ftr" sz="quarter" idx="11"/>
          </p:nvPr>
        </p:nvSpPr>
        <p:spPr/>
        <p:txBody>
          <a:bodyPr/>
          <a:lstStyle/>
          <a:p>
            <a:r>
              <a:rPr lang="en-US" altLang="zh-CN"/>
              <a:t>Sample Footer Text</a:t>
            </a:r>
          </a:p>
        </p:txBody>
      </p:sp>
      <p:sp>
        <p:nvSpPr>
          <p:cNvPr id="4" name="Slide Number Placeholder 3"/>
          <p:cNvSpPr>
            <a:spLocks noGrp="1"/>
          </p:cNvSpPr>
          <p:nvPr>
            <p:ph type="sldNum" sz="quarter" idx="12"/>
          </p:nvPr>
        </p:nvSpPr>
        <p:spPr/>
        <p:txBody>
          <a:bodyPr/>
          <a:lstStyle/>
          <a:p>
            <a:fld id="{53642C38-124F-4CC4-99D8-72838B5B5271}" type="slidenum">
              <a:rPr lang="en-US" altLang="zh-CN" smtClean="0"/>
              <a:pPr/>
              <a:t>‹#›</a:t>
            </a:fld>
            <a:endParaRPr lang="en-US" altLang="zh-CN"/>
          </a:p>
        </p:txBody>
      </p:sp>
    </p:spTree>
    <p:extLst>
      <p:ext uri="{BB962C8B-B14F-4D97-AF65-F5344CB8AC3E}">
        <p14:creationId xmlns:p14="http://schemas.microsoft.com/office/powerpoint/2010/main" val="13601879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r>
              <a:rPr lang="en-US" altLang="zh-CN"/>
              <a:t>01/23/2025</a:t>
            </a:r>
          </a:p>
        </p:txBody>
      </p:sp>
      <p:sp>
        <p:nvSpPr>
          <p:cNvPr id="6" name="Footer Placeholder 5"/>
          <p:cNvSpPr>
            <a:spLocks noGrp="1"/>
          </p:cNvSpPr>
          <p:nvPr>
            <p:ph type="ftr" sz="quarter" idx="11"/>
          </p:nvPr>
        </p:nvSpPr>
        <p:spPr/>
        <p:txBody>
          <a:bodyPr/>
          <a:lstStyle/>
          <a:p>
            <a:r>
              <a:rPr lang="en-US" altLang="zh-CN"/>
              <a:t>Sample Footer Text</a:t>
            </a:r>
          </a:p>
        </p:txBody>
      </p:sp>
      <p:sp>
        <p:nvSpPr>
          <p:cNvPr id="7" name="Slide Number Placeholder 6"/>
          <p:cNvSpPr>
            <a:spLocks noGrp="1"/>
          </p:cNvSpPr>
          <p:nvPr>
            <p:ph type="sldNum" sz="quarter" idx="12"/>
          </p:nvPr>
        </p:nvSpPr>
        <p:spPr/>
        <p:txBody>
          <a:bodyPr/>
          <a:lstStyle/>
          <a:p>
            <a:fld id="{53642C38-124F-4CC4-99D8-72838B5B5271}" type="slidenum">
              <a:rPr lang="en-US" altLang="zh-CN" smtClean="0"/>
              <a:pPr/>
              <a:t>‹#›</a:t>
            </a:fld>
            <a:endParaRPr lang="en-US" altLang="zh-CN"/>
          </a:p>
        </p:txBody>
      </p:sp>
    </p:spTree>
    <p:extLst>
      <p:ext uri="{BB962C8B-B14F-4D97-AF65-F5344CB8AC3E}">
        <p14:creationId xmlns:p14="http://schemas.microsoft.com/office/powerpoint/2010/main" val="233083632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r>
              <a:rPr lang="en-US" altLang="zh-CN"/>
              <a:t>01/23/2025</a:t>
            </a:r>
          </a:p>
        </p:txBody>
      </p:sp>
      <p:sp>
        <p:nvSpPr>
          <p:cNvPr id="6" name="Footer Placeholder 5"/>
          <p:cNvSpPr>
            <a:spLocks noGrp="1"/>
          </p:cNvSpPr>
          <p:nvPr>
            <p:ph type="ftr" sz="quarter" idx="11"/>
          </p:nvPr>
        </p:nvSpPr>
        <p:spPr/>
        <p:txBody>
          <a:bodyPr/>
          <a:lstStyle/>
          <a:p>
            <a:r>
              <a:rPr lang="en-US" altLang="zh-CN"/>
              <a:t>Sample Footer Text</a:t>
            </a:r>
          </a:p>
        </p:txBody>
      </p:sp>
      <p:sp>
        <p:nvSpPr>
          <p:cNvPr id="7" name="Slide Number Placeholder 6"/>
          <p:cNvSpPr>
            <a:spLocks noGrp="1"/>
          </p:cNvSpPr>
          <p:nvPr>
            <p:ph type="sldNum" sz="quarter" idx="12"/>
          </p:nvPr>
        </p:nvSpPr>
        <p:spPr/>
        <p:txBody>
          <a:bodyPr/>
          <a:lstStyle/>
          <a:p>
            <a:fld id="{53642C38-124F-4CC4-99D8-72838B5B5271}" type="slidenum">
              <a:rPr lang="en-US" altLang="zh-CN" smtClean="0"/>
              <a:pPr/>
              <a:t>‹#›</a:t>
            </a:fld>
            <a:endParaRPr lang="en-US" altLang="zh-CN"/>
          </a:p>
        </p:txBody>
      </p:sp>
    </p:spTree>
    <p:extLst>
      <p:ext uri="{BB962C8B-B14F-4D97-AF65-F5344CB8AC3E}">
        <p14:creationId xmlns:p14="http://schemas.microsoft.com/office/powerpoint/2010/main" val="159576580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r>
              <a:rPr lang="en-US" altLang="zh-CN"/>
              <a:t>01/23/2025</a:t>
            </a:r>
          </a:p>
        </p:txBody>
      </p:sp>
      <p:sp>
        <p:nvSpPr>
          <p:cNvPr id="5" name="Footer Placeholder 4"/>
          <p:cNvSpPr>
            <a:spLocks noGrp="1"/>
          </p:cNvSpPr>
          <p:nvPr>
            <p:ph type="ftr" sz="quarter" idx="11"/>
          </p:nvPr>
        </p:nvSpPr>
        <p:spPr/>
        <p:txBody>
          <a:bodyPr/>
          <a:lstStyle/>
          <a:p>
            <a:r>
              <a:rPr lang="en-US" altLang="zh-CN"/>
              <a:t>Sample Footer Text</a:t>
            </a:r>
          </a:p>
        </p:txBody>
      </p:sp>
      <p:sp>
        <p:nvSpPr>
          <p:cNvPr id="6" name="Slide Number Placeholder 5"/>
          <p:cNvSpPr>
            <a:spLocks noGrp="1"/>
          </p:cNvSpPr>
          <p:nvPr>
            <p:ph type="sldNum" sz="quarter" idx="12"/>
          </p:nvPr>
        </p:nvSpPr>
        <p:spPr/>
        <p:txBody>
          <a:bodyPr/>
          <a:lstStyle/>
          <a:p>
            <a:fld id="{53642C38-124F-4CC4-99D8-72838B5B5271}" type="slidenum">
              <a:rPr lang="en-US" altLang="zh-CN" smtClean="0"/>
              <a:pPr/>
              <a:t>‹#›</a:t>
            </a:fld>
            <a:endParaRPr lang="en-US" altLang="zh-CN"/>
          </a:p>
        </p:txBody>
      </p:sp>
    </p:spTree>
    <p:extLst>
      <p:ext uri="{BB962C8B-B14F-4D97-AF65-F5344CB8AC3E}">
        <p14:creationId xmlns:p14="http://schemas.microsoft.com/office/powerpoint/2010/main" val="415068468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r>
              <a:rPr lang="en-US" altLang="zh-CN"/>
              <a:t>01/23/2025</a:t>
            </a:r>
          </a:p>
        </p:txBody>
      </p:sp>
      <p:sp>
        <p:nvSpPr>
          <p:cNvPr id="5" name="Footer Placeholder 4"/>
          <p:cNvSpPr>
            <a:spLocks noGrp="1"/>
          </p:cNvSpPr>
          <p:nvPr>
            <p:ph type="ftr" sz="quarter" idx="11"/>
          </p:nvPr>
        </p:nvSpPr>
        <p:spPr/>
        <p:txBody>
          <a:bodyPr/>
          <a:lstStyle/>
          <a:p>
            <a:r>
              <a:rPr lang="en-US" altLang="zh-CN"/>
              <a:t>Sample Footer Text</a:t>
            </a:r>
          </a:p>
        </p:txBody>
      </p:sp>
      <p:sp>
        <p:nvSpPr>
          <p:cNvPr id="6" name="Slide Number Placeholder 5"/>
          <p:cNvSpPr>
            <a:spLocks noGrp="1"/>
          </p:cNvSpPr>
          <p:nvPr>
            <p:ph type="sldNum" sz="quarter" idx="12"/>
          </p:nvPr>
        </p:nvSpPr>
        <p:spPr/>
        <p:txBody>
          <a:bodyPr/>
          <a:lstStyle/>
          <a:p>
            <a:fld id="{53642C38-124F-4CC4-99D8-72838B5B5271}" type="slidenum">
              <a:rPr lang="en-US" altLang="zh-CN" smtClean="0"/>
              <a:pPr/>
              <a:t>‹#›</a:t>
            </a:fld>
            <a:endParaRPr lang="en-US" altLang="zh-CN"/>
          </a:p>
        </p:txBody>
      </p:sp>
    </p:spTree>
    <p:extLst>
      <p:ext uri="{BB962C8B-B14F-4D97-AF65-F5344CB8AC3E}">
        <p14:creationId xmlns:p14="http://schemas.microsoft.com/office/powerpoint/2010/main" val="191612889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a:prstGeom prst="rect">
            <a:avLst/>
          </a:prstGeom>
        </p:spPr>
        <p:txBody>
          <a:bodyPr lIns="0" tIns="0" rIns="0" bIns="0" anchor="b">
            <a:normAutofit/>
          </a:bodyPr>
          <a:lstStyle>
            <a:lvl1pPr algn="l">
              <a:defRPr sz="5200">
                <a:solidFill>
                  <a:schemeClr val="accent1">
                    <a:lumMod val="75000"/>
                  </a:schemeClr>
                </a:solidFill>
              </a:defRPr>
            </a:lvl1pPr>
          </a:lstStyle>
          <a:p>
            <a:r>
              <a:rPr lang="en-GB"/>
              <a:t>Click to edit Master title style</a:t>
            </a:r>
            <a:endParaRPr lang="en-US"/>
          </a:p>
        </p:txBody>
      </p:sp>
      <p:sp>
        <p:nvSpPr>
          <p:cNvPr id="6" name="Subtitle 2">
            <a:extLst>
              <a:ext uri="{FF2B5EF4-FFF2-40B4-BE49-F238E27FC236}">
                <a16:creationId xmlns:a16="http://schemas.microsoft.com/office/drawing/2014/main" id="{7295D8B2-9056-5F99-524B-992D6B71BB73}"/>
              </a:ext>
            </a:extLst>
          </p:cNvPr>
          <p:cNvSpPr>
            <a:spLocks noGrp="1"/>
          </p:cNvSpPr>
          <p:nvPr>
            <p:ph type="subTitle" idx="1"/>
          </p:nvPr>
        </p:nvSpPr>
        <p:spPr>
          <a:xfrm>
            <a:off x="521208" y="4301914"/>
            <a:ext cx="7478990" cy="1209886"/>
          </a:xfrm>
        </p:spPr>
        <p:txBody>
          <a:bodyPr lIns="0" tIns="0" rIns="0" bIns="0">
            <a:norm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CN"/>
          </a:p>
        </p:txBody>
      </p:sp>
      <p:sp>
        <p:nvSpPr>
          <p:cNvPr id="20" name="Text Placeholder 5">
            <a:extLst>
              <a:ext uri="{FF2B5EF4-FFF2-40B4-BE49-F238E27FC236}">
                <a16:creationId xmlns:a16="http://schemas.microsoft.com/office/drawing/2014/main" id="{22FF3FC0-4D75-161D-C48F-E663E849A4BA}"/>
              </a:ext>
            </a:extLst>
          </p:cNvPr>
          <p:cNvSpPr>
            <a:spLocks noGrp="1"/>
          </p:cNvSpPr>
          <p:nvPr>
            <p:ph type="body" sz="quarter" idx="26" hasCustomPrompt="1"/>
          </p:nvPr>
        </p:nvSpPr>
        <p:spPr>
          <a:xfrm>
            <a:off x="521208" y="6016625"/>
            <a:ext cx="2127250" cy="266700"/>
          </a:xfrm>
        </p:spPr>
        <p:txBody>
          <a:bodyPr lIns="0" tIns="0" rIns="0" bIns="0">
            <a:noAutofit/>
          </a:bodyPr>
          <a:lstStyle>
            <a:lvl1pPr marL="0" indent="0" algn="l">
              <a:buFontTx/>
              <a:buNone/>
              <a:defRPr sz="1600"/>
            </a:lvl1pPr>
            <a:lvl2pPr>
              <a:defRPr sz="1600"/>
            </a:lvl2pPr>
            <a:lvl3pPr>
              <a:defRPr sz="1600"/>
            </a:lvl3pPr>
            <a:lvl4pPr>
              <a:defRPr sz="1600"/>
            </a:lvl4pPr>
            <a:lvl5pPr>
              <a:defRPr sz="1600"/>
            </a:lvl5pPr>
          </a:lstStyle>
          <a:p>
            <a:pPr algn="l">
              <a:lnSpc>
                <a:spcPct val="120000"/>
              </a:lnSpc>
            </a:pPr>
            <a:r>
              <a:rPr lang="en-US" altLang="zh-CN" sz="1600"/>
              <a:t>Presenter Name</a:t>
            </a:r>
          </a:p>
        </p:txBody>
      </p:sp>
      <p:sp>
        <p:nvSpPr>
          <p:cNvPr id="7" name="Date Placeholder 6">
            <a:extLst>
              <a:ext uri="{FF2B5EF4-FFF2-40B4-BE49-F238E27FC236}">
                <a16:creationId xmlns:a16="http://schemas.microsoft.com/office/drawing/2014/main" id="{F2BE211A-2B25-73F9-8610-7F479B5CFB4D}"/>
              </a:ext>
            </a:extLst>
          </p:cNvPr>
          <p:cNvSpPr>
            <a:spLocks noGrp="1"/>
          </p:cNvSpPr>
          <p:nvPr>
            <p:ph type="dt" sz="half" idx="10"/>
          </p:nvPr>
        </p:nvSpPr>
        <p:spPr/>
        <p:txBody>
          <a:bodyPr/>
          <a:lstStyle/>
          <a:p>
            <a:r>
              <a:rPr lang="en-US" altLang="zh-CN"/>
              <a:t>03/12/2025</a:t>
            </a:r>
          </a:p>
        </p:txBody>
      </p:sp>
      <p:sp>
        <p:nvSpPr>
          <p:cNvPr id="8" name="Footer Placeholder 7">
            <a:extLst>
              <a:ext uri="{FF2B5EF4-FFF2-40B4-BE49-F238E27FC236}">
                <a16:creationId xmlns:a16="http://schemas.microsoft.com/office/drawing/2014/main" id="{9631AC5D-4652-E05B-977E-27B58CD83516}"/>
              </a:ext>
            </a:extLst>
          </p:cNvPr>
          <p:cNvSpPr>
            <a:spLocks noGrp="1"/>
          </p:cNvSpPr>
          <p:nvPr>
            <p:ph type="ftr" sz="quarter" idx="11"/>
          </p:nvPr>
        </p:nvSpPr>
        <p:spPr/>
        <p:txBody>
          <a:bodyPr/>
          <a:lstStyle/>
          <a:p>
            <a:r>
              <a:rPr lang="en-US" altLang="zh-CN"/>
              <a:t>Sample Footer Text</a:t>
            </a:r>
          </a:p>
        </p:txBody>
      </p:sp>
      <p:sp>
        <p:nvSpPr>
          <p:cNvPr id="3" name="Slide Number Placeholder 8">
            <a:extLst>
              <a:ext uri="{FF2B5EF4-FFF2-40B4-BE49-F238E27FC236}">
                <a16:creationId xmlns:a16="http://schemas.microsoft.com/office/drawing/2014/main" id="{3A7970F0-3A4F-145C-49D5-4CE5EE447C6C}"/>
              </a:ext>
            </a:extLst>
          </p:cNvPr>
          <p:cNvSpPr>
            <a:spLocks noGrp="1"/>
          </p:cNvSpPr>
          <p:nvPr>
            <p:ph type="sldNum" sz="half" idx="12"/>
          </p:nvPr>
        </p:nvSpPr>
        <p:spPr>
          <a:xfrm>
            <a:off x="7858125" y="6400800"/>
            <a:ext cx="3657600" cy="266700"/>
          </a:xfrm>
        </p:spPr>
        <p:txBody>
          <a:bodyPr/>
          <a:lstStyle/>
          <a:p>
            <a:fld id="{53642C38-124F-4CC4-99D8-72838B5B5271}" type="slidenum">
              <a:rPr lang="en-US" altLang="zh-CN" smtClean="0"/>
              <a:pPr/>
              <a:t>‹#›</a:t>
            </a:fld>
            <a:endParaRPr lang="en-US" altLang="zh-CN"/>
          </a:p>
        </p:txBody>
      </p:sp>
      <p:sp>
        <p:nvSpPr>
          <p:cNvPr id="4" name="Freeform 3">
            <a:extLst>
              <a:ext uri="{FF2B5EF4-FFF2-40B4-BE49-F238E27FC236}">
                <a16:creationId xmlns:a16="http://schemas.microsoft.com/office/drawing/2014/main" id="{96EC958A-CA61-3A6D-381F-2C1776978708}"/>
              </a:ext>
              <a:ext uri="{C183D7F6-B498-43B3-948B-1728B52AA6E4}">
                <adec:decorative xmlns:adec="http://schemas.microsoft.com/office/drawing/2017/decorative" val="1"/>
              </a:ext>
            </a:extLst>
          </p:cNvPr>
          <p:cNvSpPr/>
          <p:nvPr userDrawn="1"/>
        </p:nvSpPr>
        <p:spPr>
          <a:xfrm>
            <a:off x="9327093" y="703251"/>
            <a:ext cx="2338939" cy="5687058"/>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5" name="Freeform 16">
            <a:extLst>
              <a:ext uri="{FF2B5EF4-FFF2-40B4-BE49-F238E27FC236}">
                <a16:creationId xmlns:a16="http://schemas.microsoft.com/office/drawing/2014/main" id="{7F76A794-F0C8-8C4F-65DC-05A345CAC2F6}"/>
              </a:ext>
              <a:ext uri="{C183D7F6-B498-43B3-948B-1728B52AA6E4}">
                <adec:decorative xmlns:adec="http://schemas.microsoft.com/office/drawing/2017/decorative" val="1"/>
              </a:ext>
            </a:extLst>
          </p:cNvPr>
          <p:cNvSpPr/>
          <p:nvPr userDrawn="1"/>
        </p:nvSpPr>
        <p:spPr>
          <a:xfrm>
            <a:off x="10825640" y="1130300"/>
            <a:ext cx="420196" cy="427049"/>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9" name="Freeform 16">
            <a:extLst>
              <a:ext uri="{FF2B5EF4-FFF2-40B4-BE49-F238E27FC236}">
                <a16:creationId xmlns:a16="http://schemas.microsoft.com/office/drawing/2014/main" id="{9DFF551A-64D8-6600-2265-27484029C10C}"/>
              </a:ext>
              <a:ext uri="{C183D7F6-B498-43B3-948B-1728B52AA6E4}">
                <adec:decorative xmlns:adec="http://schemas.microsoft.com/office/drawing/2017/decorative" val="1"/>
              </a:ext>
            </a:extLst>
          </p:cNvPr>
          <p:cNvSpPr/>
          <p:nvPr userDrawn="1"/>
        </p:nvSpPr>
        <p:spPr>
          <a:xfrm flipH="1">
            <a:off x="8906897" y="5980750"/>
            <a:ext cx="420196" cy="427049"/>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12" name="Freeform 16">
            <a:extLst>
              <a:ext uri="{FF2B5EF4-FFF2-40B4-BE49-F238E27FC236}">
                <a16:creationId xmlns:a16="http://schemas.microsoft.com/office/drawing/2014/main" id="{B194FB7F-DB98-1D2F-AF5F-C2DB82A1D500}"/>
              </a:ext>
              <a:ext uri="{C183D7F6-B498-43B3-948B-1728B52AA6E4}">
                <adec:decorative xmlns:adec="http://schemas.microsoft.com/office/drawing/2017/decorative" val="1"/>
              </a:ext>
            </a:extLst>
          </p:cNvPr>
          <p:cNvSpPr/>
          <p:nvPr userDrawn="1"/>
        </p:nvSpPr>
        <p:spPr>
          <a:xfrm flipH="1">
            <a:off x="9327093" y="5980750"/>
            <a:ext cx="420196" cy="427049"/>
          </a:xfrm>
          <a:custGeom>
            <a:avLst/>
            <a:gdLst/>
            <a:ahLst/>
            <a:cxnLst/>
            <a:rect l="l" t="t" r="r" b="b"/>
            <a:pathLst>
              <a:path w="646107" h="656644">
                <a:moveTo>
                  <a:pt x="0" y="0"/>
                </a:moveTo>
                <a:lnTo>
                  <a:pt x="646107" y="0"/>
                </a:lnTo>
                <a:lnTo>
                  <a:pt x="646107" y="656644"/>
                </a:lnTo>
                <a:lnTo>
                  <a:pt x="0" y="656644"/>
                </a:lnTo>
                <a:close/>
              </a:path>
            </a:pathLst>
          </a:custGeom>
          <a:solidFill>
            <a:schemeClr val="bg1"/>
          </a:solidFill>
        </p:spPr>
        <p:txBody>
          <a:bodyPr/>
          <a:lstStyle/>
          <a:p>
            <a:endParaRPr lang="zh-CN" altLang="en-US" sz="800"/>
          </a:p>
        </p:txBody>
      </p:sp>
      <p:sp>
        <p:nvSpPr>
          <p:cNvPr id="14" name="Freeform 13">
            <a:extLst>
              <a:ext uri="{FF2B5EF4-FFF2-40B4-BE49-F238E27FC236}">
                <a16:creationId xmlns:a16="http://schemas.microsoft.com/office/drawing/2014/main" id="{5A7C6BA5-368F-7374-302C-D5B3CE007D02}"/>
              </a:ext>
              <a:ext uri="{C183D7F6-B498-43B3-948B-1728B52AA6E4}">
                <adec:decorative xmlns:adec="http://schemas.microsoft.com/office/drawing/2017/decorative" val="1"/>
              </a:ext>
            </a:extLst>
          </p:cNvPr>
          <p:cNvSpPr/>
          <p:nvPr userDrawn="1"/>
        </p:nvSpPr>
        <p:spPr>
          <a:xfrm>
            <a:off x="11245836" y="703251"/>
            <a:ext cx="420196" cy="427049"/>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2065244566"/>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Agenda, 5 ite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56823" y="1231969"/>
            <a:ext cx="3200827" cy="4711631"/>
          </a:xfrm>
          <a:prstGeom prst="rect">
            <a:avLst/>
          </a:prstGeom>
        </p:spPr>
        <p:txBody>
          <a:bodyPr lIns="0" tIns="0" rIns="0" bIns="0" anchor="ctr">
            <a:normAutofit/>
          </a:bodyPr>
          <a:lstStyle>
            <a:lvl1pPr algn="ctr">
              <a:defRPr sz="3600">
                <a:solidFill>
                  <a:schemeClr val="accent1">
                    <a:lumMod val="75000"/>
                  </a:schemeClr>
                </a:solidFill>
              </a:defRPr>
            </a:lvl1pPr>
          </a:lstStyle>
          <a:p>
            <a:r>
              <a:rPr lang="en-GB"/>
              <a:t>Click to edit Master title style</a:t>
            </a:r>
            <a:endParaRPr lang="en-US"/>
          </a:p>
        </p:txBody>
      </p:sp>
      <p:sp>
        <p:nvSpPr>
          <p:cNvPr id="46" name="Text Placeholder 45">
            <a:extLst>
              <a:ext uri="{FF2B5EF4-FFF2-40B4-BE49-F238E27FC236}">
                <a16:creationId xmlns:a16="http://schemas.microsoft.com/office/drawing/2014/main" id="{48B0F28F-0C6C-C34B-89FA-14F172472B22}"/>
              </a:ext>
            </a:extLst>
          </p:cNvPr>
          <p:cNvSpPr>
            <a:spLocks noGrp="1"/>
          </p:cNvSpPr>
          <p:nvPr>
            <p:ph type="body" sz="quarter" idx="31" hasCustomPrompt="1"/>
          </p:nvPr>
        </p:nvSpPr>
        <p:spPr>
          <a:xfrm>
            <a:off x="4722023" y="1671090"/>
            <a:ext cx="579438" cy="559779"/>
          </a:xfrm>
        </p:spPr>
        <p:txBody>
          <a:bodyPr lIns="0" tIns="0" rIns="0" bIns="0" anchor="b"/>
          <a:lstStyle>
            <a:lvl1pPr marL="0" indent="0" algn="ctr">
              <a:buNone/>
              <a:defRPr>
                <a:solidFill>
                  <a:schemeClr val="accent1">
                    <a:lumMod val="75000"/>
                  </a:schemeClr>
                </a:solidFill>
              </a:defRPr>
            </a:lvl1pPr>
          </a:lstStyle>
          <a:p>
            <a:pPr lvl="0"/>
            <a:r>
              <a:rPr lang="en-US"/>
              <a:t>01</a:t>
            </a:r>
          </a:p>
        </p:txBody>
      </p:sp>
      <p:sp>
        <p:nvSpPr>
          <p:cNvPr id="18" name="Text Placeholder 2">
            <a:extLst>
              <a:ext uri="{FF2B5EF4-FFF2-40B4-BE49-F238E27FC236}">
                <a16:creationId xmlns:a16="http://schemas.microsoft.com/office/drawing/2014/main" id="{940AE24D-CA4C-6015-CE13-8F5F9A3F807C}"/>
              </a:ext>
            </a:extLst>
          </p:cNvPr>
          <p:cNvSpPr>
            <a:spLocks noGrp="1"/>
          </p:cNvSpPr>
          <p:nvPr>
            <p:ph type="body" idx="1" hasCustomPrompt="1"/>
          </p:nvPr>
        </p:nvSpPr>
        <p:spPr>
          <a:xfrm>
            <a:off x="5461547" y="1677447"/>
            <a:ext cx="5123901" cy="553422"/>
          </a:xfrm>
        </p:spPr>
        <p:txBody>
          <a:bodyPr lIns="0" tIns="0" rIns="0" bIns="0" anchor="b">
            <a:normAutofit/>
          </a:bodyPr>
          <a:lstStyle>
            <a:lvl1pPr marL="0" indent="0">
              <a:lnSpc>
                <a:spcPct val="90000"/>
              </a:lnSpc>
              <a:buNone/>
              <a:defRPr sz="1800" b="1" cap="none"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7" name="Text Placeholder 45">
            <a:extLst>
              <a:ext uri="{FF2B5EF4-FFF2-40B4-BE49-F238E27FC236}">
                <a16:creationId xmlns:a16="http://schemas.microsoft.com/office/drawing/2014/main" id="{FF2249B5-E3EF-2A61-DA34-6F638565C4B1}"/>
              </a:ext>
            </a:extLst>
          </p:cNvPr>
          <p:cNvSpPr>
            <a:spLocks noGrp="1"/>
          </p:cNvSpPr>
          <p:nvPr>
            <p:ph type="body" sz="quarter" idx="32" hasCustomPrompt="1"/>
          </p:nvPr>
        </p:nvSpPr>
        <p:spPr>
          <a:xfrm>
            <a:off x="4722023" y="2424339"/>
            <a:ext cx="579438" cy="559779"/>
          </a:xfrm>
        </p:spPr>
        <p:txBody>
          <a:bodyPr lIns="0" tIns="0" rIns="0" bIns="0" anchor="b"/>
          <a:lstStyle>
            <a:lvl1pPr marL="0" indent="0" algn="ctr">
              <a:buNone/>
              <a:defRPr>
                <a:solidFill>
                  <a:schemeClr val="accent1">
                    <a:lumMod val="75000"/>
                  </a:schemeClr>
                </a:solidFill>
              </a:defRPr>
            </a:lvl1pPr>
          </a:lstStyle>
          <a:p>
            <a:pPr lvl="0"/>
            <a:r>
              <a:rPr lang="en-US"/>
              <a:t>02</a:t>
            </a:r>
          </a:p>
        </p:txBody>
      </p:sp>
      <p:sp>
        <p:nvSpPr>
          <p:cNvPr id="20" name="Text Placeholder 2">
            <a:extLst>
              <a:ext uri="{FF2B5EF4-FFF2-40B4-BE49-F238E27FC236}">
                <a16:creationId xmlns:a16="http://schemas.microsoft.com/office/drawing/2014/main" id="{B27FB7B6-1333-FBCB-1F39-EFF7587DB75F}"/>
              </a:ext>
            </a:extLst>
          </p:cNvPr>
          <p:cNvSpPr>
            <a:spLocks noGrp="1"/>
          </p:cNvSpPr>
          <p:nvPr>
            <p:ph type="body" idx="17" hasCustomPrompt="1"/>
          </p:nvPr>
        </p:nvSpPr>
        <p:spPr>
          <a:xfrm>
            <a:off x="5461547" y="2430696"/>
            <a:ext cx="5123901" cy="553422"/>
          </a:xfrm>
        </p:spPr>
        <p:txBody>
          <a:bodyPr lIns="0" tIns="0" rIns="0" bIns="0" anchor="b">
            <a:normAutofit/>
          </a:bodyPr>
          <a:lstStyle>
            <a:lvl1pPr marL="0" indent="0">
              <a:lnSpc>
                <a:spcPct val="90000"/>
              </a:lnSpc>
              <a:buNone/>
              <a:defRPr sz="1800" b="1" cap="none"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8" name="Text Placeholder 45">
            <a:extLst>
              <a:ext uri="{FF2B5EF4-FFF2-40B4-BE49-F238E27FC236}">
                <a16:creationId xmlns:a16="http://schemas.microsoft.com/office/drawing/2014/main" id="{EAE0F2F7-60FC-481B-75C8-43B1393874A4}"/>
              </a:ext>
            </a:extLst>
          </p:cNvPr>
          <p:cNvSpPr>
            <a:spLocks noGrp="1"/>
          </p:cNvSpPr>
          <p:nvPr>
            <p:ph type="body" sz="quarter" idx="33" hasCustomPrompt="1"/>
          </p:nvPr>
        </p:nvSpPr>
        <p:spPr>
          <a:xfrm>
            <a:off x="4722023" y="3171231"/>
            <a:ext cx="579438" cy="559779"/>
          </a:xfrm>
        </p:spPr>
        <p:txBody>
          <a:bodyPr lIns="0" tIns="0" rIns="0" bIns="0" anchor="b"/>
          <a:lstStyle>
            <a:lvl1pPr marL="0" indent="0" algn="ctr">
              <a:buNone/>
              <a:defRPr>
                <a:solidFill>
                  <a:schemeClr val="accent1">
                    <a:lumMod val="75000"/>
                  </a:schemeClr>
                </a:solidFill>
              </a:defRPr>
            </a:lvl1pPr>
          </a:lstStyle>
          <a:p>
            <a:pPr lvl="0"/>
            <a:r>
              <a:rPr lang="en-US"/>
              <a:t>03</a:t>
            </a:r>
          </a:p>
        </p:txBody>
      </p:sp>
      <p:sp>
        <p:nvSpPr>
          <p:cNvPr id="21" name="Text Placeholder 2">
            <a:extLst>
              <a:ext uri="{FF2B5EF4-FFF2-40B4-BE49-F238E27FC236}">
                <a16:creationId xmlns:a16="http://schemas.microsoft.com/office/drawing/2014/main" id="{2D3DA225-1218-80C3-2B80-287832B27A88}"/>
              </a:ext>
            </a:extLst>
          </p:cNvPr>
          <p:cNvSpPr>
            <a:spLocks noGrp="1"/>
          </p:cNvSpPr>
          <p:nvPr>
            <p:ph type="body" idx="18" hasCustomPrompt="1"/>
          </p:nvPr>
        </p:nvSpPr>
        <p:spPr>
          <a:xfrm>
            <a:off x="5480598" y="3177588"/>
            <a:ext cx="5123901" cy="553422"/>
          </a:xfrm>
        </p:spPr>
        <p:txBody>
          <a:bodyPr lIns="0" tIns="0" rIns="0" bIns="0" anchor="b">
            <a:normAutofit/>
          </a:bodyPr>
          <a:lstStyle>
            <a:lvl1pPr marL="0" indent="0">
              <a:lnSpc>
                <a:spcPct val="90000"/>
              </a:lnSpc>
              <a:buNone/>
              <a:defRPr sz="1800" b="1" cap="none"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9" name="Text Placeholder 45">
            <a:extLst>
              <a:ext uri="{FF2B5EF4-FFF2-40B4-BE49-F238E27FC236}">
                <a16:creationId xmlns:a16="http://schemas.microsoft.com/office/drawing/2014/main" id="{3B492BAE-C9D1-4D61-4697-76847AB5785C}"/>
              </a:ext>
            </a:extLst>
          </p:cNvPr>
          <p:cNvSpPr>
            <a:spLocks noGrp="1"/>
          </p:cNvSpPr>
          <p:nvPr>
            <p:ph type="body" sz="quarter" idx="34" hasCustomPrompt="1"/>
          </p:nvPr>
        </p:nvSpPr>
        <p:spPr>
          <a:xfrm>
            <a:off x="4722023" y="3931308"/>
            <a:ext cx="579438" cy="559779"/>
          </a:xfrm>
        </p:spPr>
        <p:txBody>
          <a:bodyPr lIns="0" tIns="0" rIns="0" bIns="0" anchor="b"/>
          <a:lstStyle>
            <a:lvl1pPr marL="0" indent="0" algn="ctr">
              <a:buNone/>
              <a:defRPr>
                <a:solidFill>
                  <a:schemeClr val="accent1">
                    <a:lumMod val="75000"/>
                  </a:schemeClr>
                </a:solidFill>
              </a:defRPr>
            </a:lvl1pPr>
          </a:lstStyle>
          <a:p>
            <a:pPr lvl="0"/>
            <a:r>
              <a:rPr lang="en-US"/>
              <a:t>04</a:t>
            </a:r>
          </a:p>
        </p:txBody>
      </p:sp>
      <p:sp>
        <p:nvSpPr>
          <p:cNvPr id="22" name="Text Placeholder 2">
            <a:extLst>
              <a:ext uri="{FF2B5EF4-FFF2-40B4-BE49-F238E27FC236}">
                <a16:creationId xmlns:a16="http://schemas.microsoft.com/office/drawing/2014/main" id="{CDE5D6F0-65E5-A0F7-C7F2-45363510923A}"/>
              </a:ext>
            </a:extLst>
          </p:cNvPr>
          <p:cNvSpPr>
            <a:spLocks noGrp="1"/>
          </p:cNvSpPr>
          <p:nvPr>
            <p:ph type="body" idx="19" hasCustomPrompt="1"/>
          </p:nvPr>
        </p:nvSpPr>
        <p:spPr>
          <a:xfrm>
            <a:off x="5480598" y="3937665"/>
            <a:ext cx="5123901" cy="553422"/>
          </a:xfrm>
        </p:spPr>
        <p:txBody>
          <a:bodyPr lIns="0" tIns="0" rIns="0" bIns="0" anchor="b">
            <a:normAutofit/>
          </a:bodyPr>
          <a:lstStyle>
            <a:lvl1pPr marL="0" indent="0">
              <a:lnSpc>
                <a:spcPct val="90000"/>
              </a:lnSpc>
              <a:buNone/>
              <a:defRPr sz="1800" b="1" cap="none"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0" name="Text Placeholder 45">
            <a:extLst>
              <a:ext uri="{FF2B5EF4-FFF2-40B4-BE49-F238E27FC236}">
                <a16:creationId xmlns:a16="http://schemas.microsoft.com/office/drawing/2014/main" id="{8370CE8B-96AD-BF95-4CDC-EC8FB535A0B8}"/>
              </a:ext>
            </a:extLst>
          </p:cNvPr>
          <p:cNvSpPr>
            <a:spLocks noGrp="1"/>
          </p:cNvSpPr>
          <p:nvPr>
            <p:ph type="body" sz="quarter" idx="35" hasCustomPrompt="1"/>
          </p:nvPr>
        </p:nvSpPr>
        <p:spPr>
          <a:xfrm>
            <a:off x="4722023" y="4692553"/>
            <a:ext cx="579438" cy="559779"/>
          </a:xfrm>
        </p:spPr>
        <p:txBody>
          <a:bodyPr lIns="0" tIns="0" rIns="0" bIns="0" anchor="b"/>
          <a:lstStyle>
            <a:lvl1pPr marL="0" indent="0" algn="ctr">
              <a:buNone/>
              <a:defRPr>
                <a:solidFill>
                  <a:schemeClr val="accent1">
                    <a:lumMod val="75000"/>
                  </a:schemeClr>
                </a:solidFill>
              </a:defRPr>
            </a:lvl1pPr>
          </a:lstStyle>
          <a:p>
            <a:pPr lvl="0"/>
            <a:r>
              <a:rPr lang="en-US"/>
              <a:t>05</a:t>
            </a:r>
          </a:p>
        </p:txBody>
      </p:sp>
      <p:sp>
        <p:nvSpPr>
          <p:cNvPr id="23" name="Text Placeholder 2">
            <a:extLst>
              <a:ext uri="{FF2B5EF4-FFF2-40B4-BE49-F238E27FC236}">
                <a16:creationId xmlns:a16="http://schemas.microsoft.com/office/drawing/2014/main" id="{DFC95A06-731A-62D0-CFDA-7D84D69DCFC2}"/>
              </a:ext>
            </a:extLst>
          </p:cNvPr>
          <p:cNvSpPr>
            <a:spLocks noGrp="1"/>
          </p:cNvSpPr>
          <p:nvPr>
            <p:ph type="body" idx="20" hasCustomPrompt="1"/>
          </p:nvPr>
        </p:nvSpPr>
        <p:spPr>
          <a:xfrm>
            <a:off x="5461546" y="4698910"/>
            <a:ext cx="5123901" cy="553422"/>
          </a:xfrm>
        </p:spPr>
        <p:txBody>
          <a:bodyPr lIns="0" tIns="0" rIns="0" bIns="0" anchor="b">
            <a:normAutofit/>
          </a:bodyPr>
          <a:lstStyle>
            <a:lvl1pPr marL="0" indent="0">
              <a:lnSpc>
                <a:spcPct val="90000"/>
              </a:lnSpc>
              <a:buNone/>
              <a:defRPr sz="1800" b="1" cap="none"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Date Placeholder 25">
            <a:extLst>
              <a:ext uri="{FF2B5EF4-FFF2-40B4-BE49-F238E27FC236}">
                <a16:creationId xmlns:a16="http://schemas.microsoft.com/office/drawing/2014/main" id="{32BC545E-C050-7044-0FAE-450365158960}"/>
              </a:ext>
            </a:extLst>
          </p:cNvPr>
          <p:cNvSpPr>
            <a:spLocks noGrp="1"/>
          </p:cNvSpPr>
          <p:nvPr>
            <p:ph type="dt" sz="half" idx="14"/>
          </p:nvPr>
        </p:nvSpPr>
        <p:spPr/>
        <p:txBody>
          <a:bodyPr/>
          <a:lstStyle/>
          <a:p>
            <a:r>
              <a:rPr lang="en-US" altLang="zh-CN"/>
              <a:t>03/12/2025</a:t>
            </a:r>
          </a:p>
        </p:txBody>
      </p:sp>
      <p:sp>
        <p:nvSpPr>
          <p:cNvPr id="27" name="Footer Placeholder 26">
            <a:extLst>
              <a:ext uri="{FF2B5EF4-FFF2-40B4-BE49-F238E27FC236}">
                <a16:creationId xmlns:a16="http://schemas.microsoft.com/office/drawing/2014/main" id="{20263A07-4780-099C-AAEB-E705934ECC38}"/>
              </a:ext>
            </a:extLst>
          </p:cNvPr>
          <p:cNvSpPr>
            <a:spLocks noGrp="1"/>
          </p:cNvSpPr>
          <p:nvPr>
            <p:ph type="ftr" sz="quarter" idx="15"/>
          </p:nvPr>
        </p:nvSpPr>
        <p:spPr/>
        <p:txBody>
          <a:bodyPr/>
          <a:lstStyle/>
          <a:p>
            <a:r>
              <a:rPr lang="en-US" altLang="zh-CN"/>
              <a:t>Sample Footer Text</a:t>
            </a:r>
          </a:p>
        </p:txBody>
      </p:sp>
      <p:sp>
        <p:nvSpPr>
          <p:cNvPr id="28" name="Slide Number Placeholder 27">
            <a:extLst>
              <a:ext uri="{FF2B5EF4-FFF2-40B4-BE49-F238E27FC236}">
                <a16:creationId xmlns:a16="http://schemas.microsoft.com/office/drawing/2014/main" id="{09109AE7-CBA2-795C-05B3-A830D2677996}"/>
              </a:ext>
            </a:extLst>
          </p:cNvPr>
          <p:cNvSpPr>
            <a:spLocks noGrp="1"/>
          </p:cNvSpPr>
          <p:nvPr>
            <p:ph type="sldNum" sz="half" idx="16"/>
          </p:nvPr>
        </p:nvSpPr>
        <p:spPr/>
        <p:txBody>
          <a:bodyPr/>
          <a:lstStyle/>
          <a:p>
            <a:fld id="{53642C38-124F-4CC4-99D8-72838B5B5271}" type="slidenum">
              <a:rPr lang="en-US" altLang="zh-CN" smtClean="0"/>
              <a:pPr/>
              <a:t>‹#›</a:t>
            </a:fld>
            <a:endParaRPr lang="en-US" altLang="zh-CN"/>
          </a:p>
        </p:txBody>
      </p:sp>
      <p:cxnSp>
        <p:nvCxnSpPr>
          <p:cNvPr id="3" name="Straight Connector 2">
            <a:extLst>
              <a:ext uri="{FF2B5EF4-FFF2-40B4-BE49-F238E27FC236}">
                <a16:creationId xmlns:a16="http://schemas.microsoft.com/office/drawing/2014/main" id="{05FD23DC-4719-12E9-1099-A7B278D493B9}"/>
              </a:ext>
              <a:ext uri="{C183D7F6-B498-43B3-948B-1728B52AA6E4}">
                <adec:decorative xmlns:adec="http://schemas.microsoft.com/office/drawing/2017/decorative" val="1"/>
              </a:ext>
            </a:extLst>
          </p:cNvPr>
          <p:cNvCxnSpPr>
            <a:cxnSpLocks/>
          </p:cNvCxnSpPr>
          <p:nvPr userDrawn="1"/>
        </p:nvCxnSpPr>
        <p:spPr>
          <a:xfrm>
            <a:off x="5480598" y="2413762"/>
            <a:ext cx="4609797" cy="0"/>
          </a:xfrm>
          <a:prstGeom prst="line">
            <a:avLst/>
          </a:prstGeom>
          <a:ln w="12700" cap="rnd">
            <a:solidFill>
              <a:schemeClr val="tx2">
                <a:lumMod val="40000"/>
                <a:lumOff val="60000"/>
                <a:alpha val="50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7EA78C24-912D-F2CB-0897-42B0120EBD13}"/>
              </a:ext>
              <a:ext uri="{C183D7F6-B498-43B3-948B-1728B52AA6E4}">
                <adec:decorative xmlns:adec="http://schemas.microsoft.com/office/drawing/2017/decorative" val="1"/>
              </a:ext>
            </a:extLst>
          </p:cNvPr>
          <p:cNvCxnSpPr>
            <a:cxnSpLocks/>
          </p:cNvCxnSpPr>
          <p:nvPr userDrawn="1"/>
        </p:nvCxnSpPr>
        <p:spPr>
          <a:xfrm>
            <a:off x="5480598" y="3150078"/>
            <a:ext cx="4609797" cy="0"/>
          </a:xfrm>
          <a:prstGeom prst="line">
            <a:avLst/>
          </a:prstGeom>
          <a:ln w="12700" cap="rnd">
            <a:solidFill>
              <a:schemeClr val="tx2">
                <a:lumMod val="40000"/>
                <a:lumOff val="60000"/>
                <a:alpha val="50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id="{40782C9F-F2F5-C239-D40E-40CB61A4F357}"/>
              </a:ext>
              <a:ext uri="{C183D7F6-B498-43B3-948B-1728B52AA6E4}">
                <adec:decorative xmlns:adec="http://schemas.microsoft.com/office/drawing/2017/decorative" val="1"/>
              </a:ext>
            </a:extLst>
          </p:cNvPr>
          <p:cNvCxnSpPr>
            <a:cxnSpLocks/>
          </p:cNvCxnSpPr>
          <p:nvPr userDrawn="1"/>
        </p:nvCxnSpPr>
        <p:spPr>
          <a:xfrm>
            <a:off x="5480598" y="3895592"/>
            <a:ext cx="4609797" cy="0"/>
          </a:xfrm>
          <a:prstGeom prst="line">
            <a:avLst/>
          </a:prstGeom>
          <a:ln w="12700" cap="rnd">
            <a:solidFill>
              <a:schemeClr val="tx2">
                <a:lumMod val="40000"/>
                <a:lumOff val="60000"/>
                <a:alpha val="50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80FA2091-F8C6-2101-E303-AB803BFD9B6A}"/>
              </a:ext>
              <a:ext uri="{C183D7F6-B498-43B3-948B-1728B52AA6E4}">
                <adec:decorative xmlns:adec="http://schemas.microsoft.com/office/drawing/2017/decorative" val="1"/>
              </a:ext>
            </a:extLst>
          </p:cNvPr>
          <p:cNvCxnSpPr>
            <a:cxnSpLocks/>
          </p:cNvCxnSpPr>
          <p:nvPr userDrawn="1"/>
        </p:nvCxnSpPr>
        <p:spPr>
          <a:xfrm>
            <a:off x="5480598" y="4659839"/>
            <a:ext cx="4609797" cy="0"/>
          </a:xfrm>
          <a:prstGeom prst="line">
            <a:avLst/>
          </a:prstGeom>
          <a:ln w="12700" cap="rnd">
            <a:solidFill>
              <a:schemeClr val="tx2">
                <a:lumMod val="40000"/>
                <a:lumOff val="60000"/>
                <a:alpha val="50000"/>
              </a:schemeClr>
            </a:solidFill>
            <a:prstDash val="dash"/>
            <a:round/>
          </a:ln>
        </p:spPr>
        <p:style>
          <a:lnRef idx="1">
            <a:schemeClr val="accent1"/>
          </a:lnRef>
          <a:fillRef idx="0">
            <a:schemeClr val="accent1"/>
          </a:fillRef>
          <a:effectRef idx="0">
            <a:schemeClr val="accent1"/>
          </a:effectRef>
          <a:fontRef idx="minor">
            <a:schemeClr val="tx1"/>
          </a:fontRef>
        </p:style>
      </p:cxnSp>
      <p:sp>
        <p:nvSpPr>
          <p:cNvPr id="7" name="Freeform 3">
            <a:extLst>
              <a:ext uri="{FF2B5EF4-FFF2-40B4-BE49-F238E27FC236}">
                <a16:creationId xmlns:a16="http://schemas.microsoft.com/office/drawing/2014/main" id="{6BD65C11-F9BD-CA2B-842E-2EA5D8FFD3FC}"/>
              </a:ext>
              <a:ext uri="{C183D7F6-B498-43B3-948B-1728B52AA6E4}">
                <adec:decorative xmlns:adec="http://schemas.microsoft.com/office/drawing/2017/decorative" val="1"/>
              </a:ext>
            </a:extLst>
          </p:cNvPr>
          <p:cNvSpPr/>
          <p:nvPr userDrawn="1"/>
        </p:nvSpPr>
        <p:spPr>
          <a:xfrm rot="10800000" flipH="1" flipV="1">
            <a:off x="11762288"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8" name="Freeform 16">
            <a:extLst>
              <a:ext uri="{FF2B5EF4-FFF2-40B4-BE49-F238E27FC236}">
                <a16:creationId xmlns:a16="http://schemas.microsoft.com/office/drawing/2014/main" id="{0E457AA7-3E17-F0FB-E54E-464D6F993E8F}"/>
              </a:ext>
              <a:ext uri="{C183D7F6-B498-43B3-948B-1728B52AA6E4}">
                <adec:decorative xmlns:adec="http://schemas.microsoft.com/office/drawing/2017/decorative" val="1"/>
              </a:ext>
            </a:extLst>
          </p:cNvPr>
          <p:cNvSpPr/>
          <p:nvPr userDrawn="1"/>
        </p:nvSpPr>
        <p:spPr>
          <a:xfrm rot="10800000" flipH="1" flipV="1">
            <a:off x="11335170"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9" name="Freeform 3">
            <a:extLst>
              <a:ext uri="{FF2B5EF4-FFF2-40B4-BE49-F238E27FC236}">
                <a16:creationId xmlns:a16="http://schemas.microsoft.com/office/drawing/2014/main" id="{C587BDE1-D8A2-556C-AF8C-BB0B511B93DE}"/>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10" name="Freeform 16">
            <a:extLst>
              <a:ext uri="{FF2B5EF4-FFF2-40B4-BE49-F238E27FC236}">
                <a16:creationId xmlns:a16="http://schemas.microsoft.com/office/drawing/2014/main" id="{807B96AD-5FCF-D6CF-6391-A5163C5E3339}"/>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37079191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itle and 4-item Lists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564171"/>
            <a:ext cx="10504000" cy="1230762"/>
          </a:xfrm>
          <a:prstGeom prst="rect">
            <a:avLst/>
          </a:prstGeom>
        </p:spPr>
        <p:txBody>
          <a:bodyPr lIns="0" tIns="0" rIns="0" bIns="0">
            <a:normAutofit/>
          </a:bodyPr>
          <a:lstStyle>
            <a:lvl1pPr algn="ctr">
              <a:defRPr sz="3600">
                <a:solidFill>
                  <a:schemeClr val="accent1">
                    <a:lumMod val="75000"/>
                  </a:schemeClr>
                </a:solidFill>
              </a:defRPr>
            </a:lvl1pPr>
          </a:lstStyle>
          <a:p>
            <a:r>
              <a:rPr lang="en-GB"/>
              <a:t>Click to edit Master title style</a:t>
            </a:r>
            <a:endParaRPr lang="en-US"/>
          </a:p>
        </p:txBody>
      </p:sp>
      <p:sp>
        <p:nvSpPr>
          <p:cNvPr id="3" name="Text Placeholder 3">
            <a:extLst>
              <a:ext uri="{FF2B5EF4-FFF2-40B4-BE49-F238E27FC236}">
                <a16:creationId xmlns:a16="http://schemas.microsoft.com/office/drawing/2014/main" id="{9EB8CDDE-7062-F7C7-533A-0DA1D6C01507}"/>
              </a:ext>
            </a:extLst>
          </p:cNvPr>
          <p:cNvSpPr>
            <a:spLocks noGrp="1"/>
          </p:cNvSpPr>
          <p:nvPr>
            <p:ph type="body" sz="quarter" idx="20" hasCustomPrompt="1"/>
          </p:nvPr>
        </p:nvSpPr>
        <p:spPr>
          <a:xfrm>
            <a:off x="5723731" y="2390840"/>
            <a:ext cx="744537" cy="760412"/>
          </a:xfrm>
        </p:spPr>
        <p:txBody>
          <a:bodyPr anchor="ctr">
            <a:noAutofit/>
          </a:bodyPr>
          <a:lstStyle>
            <a:lvl1pPr marL="0" indent="0" algn="ctr">
              <a:buNone/>
              <a:defRPr sz="1800">
                <a:solidFill>
                  <a:schemeClr val="bg1"/>
                </a:solidFill>
                <a:latin typeface="+mj-lt"/>
              </a:defRPr>
            </a:lvl1pPr>
            <a:lvl2pPr>
              <a:defRPr sz="1400"/>
            </a:lvl2pPr>
            <a:lvl3pPr>
              <a:defRPr sz="1400"/>
            </a:lvl3pPr>
            <a:lvl4pPr>
              <a:defRPr sz="1400"/>
            </a:lvl4pPr>
            <a:lvl5pPr>
              <a:defRPr sz="1400"/>
            </a:lvl5pPr>
          </a:lstStyle>
          <a:p>
            <a:pPr lvl="0"/>
            <a:r>
              <a:rPr lang="en-US"/>
              <a:t>01</a:t>
            </a:r>
          </a:p>
        </p:txBody>
      </p:sp>
      <p:sp>
        <p:nvSpPr>
          <p:cNvPr id="34" name="Text Placeholder 2">
            <a:extLst>
              <a:ext uri="{FF2B5EF4-FFF2-40B4-BE49-F238E27FC236}">
                <a16:creationId xmlns:a16="http://schemas.microsoft.com/office/drawing/2014/main" id="{6CC87BA9-040D-417A-7068-4C09FF10C129}"/>
              </a:ext>
            </a:extLst>
          </p:cNvPr>
          <p:cNvSpPr>
            <a:spLocks noGrp="1"/>
          </p:cNvSpPr>
          <p:nvPr>
            <p:ph type="body" idx="1" hasCustomPrompt="1"/>
          </p:nvPr>
        </p:nvSpPr>
        <p:spPr>
          <a:xfrm>
            <a:off x="1132496" y="1813307"/>
            <a:ext cx="4256019" cy="830527"/>
          </a:xfrm>
        </p:spPr>
        <p:txBody>
          <a:bodyPr lIns="0" tIns="0" rIns="0" bIns="0" anchor="b">
            <a:normAutofit/>
          </a:bodyPr>
          <a:lstStyle>
            <a:lvl1pPr marL="0" indent="0" algn="r">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5" name="Text Placeholder 10">
            <a:extLst>
              <a:ext uri="{FF2B5EF4-FFF2-40B4-BE49-F238E27FC236}">
                <a16:creationId xmlns:a16="http://schemas.microsoft.com/office/drawing/2014/main" id="{9518C1D8-FCEA-D90E-8BD0-37CE0ABCB829}"/>
              </a:ext>
            </a:extLst>
          </p:cNvPr>
          <p:cNvSpPr>
            <a:spLocks noGrp="1"/>
          </p:cNvSpPr>
          <p:nvPr>
            <p:ph type="body" sz="quarter" idx="13"/>
          </p:nvPr>
        </p:nvSpPr>
        <p:spPr>
          <a:xfrm>
            <a:off x="1132497" y="2714917"/>
            <a:ext cx="4256020" cy="713282"/>
          </a:xfrm>
        </p:spPr>
        <p:txBody>
          <a:bodyPr lIns="0" tIns="0" rIns="0" bIns="0">
            <a:normAutofit/>
          </a:bodyPr>
          <a:lstStyle>
            <a:lvl1pPr marL="0" indent="0" algn="r">
              <a:buFontTx/>
              <a:buNone/>
              <a:defRPr sz="1400"/>
            </a:lvl1pPr>
            <a:lvl2pPr marL="457200" indent="0">
              <a:buNone/>
              <a:defRPr sz="1400"/>
            </a:lvl2pPr>
            <a:lvl3pPr>
              <a:defRPr sz="1400"/>
            </a:lvl3pPr>
            <a:lvl4pPr>
              <a:defRPr sz="1400"/>
            </a:lvl4pPr>
            <a:lvl5pPr>
              <a:defRPr sz="1400"/>
            </a:lvl5pPr>
          </a:lstStyle>
          <a:p>
            <a:pPr lvl="0"/>
            <a:r>
              <a:rPr lang="en-GB"/>
              <a:t>Click to edit Master text styles</a:t>
            </a:r>
          </a:p>
        </p:txBody>
      </p:sp>
      <p:sp>
        <p:nvSpPr>
          <p:cNvPr id="4" name="Text Placeholder 3">
            <a:extLst>
              <a:ext uri="{FF2B5EF4-FFF2-40B4-BE49-F238E27FC236}">
                <a16:creationId xmlns:a16="http://schemas.microsoft.com/office/drawing/2014/main" id="{B201CD6A-D944-23B5-CFA7-F82D8CBBC082}"/>
              </a:ext>
            </a:extLst>
          </p:cNvPr>
          <p:cNvSpPr>
            <a:spLocks noGrp="1"/>
          </p:cNvSpPr>
          <p:nvPr>
            <p:ph type="body" sz="quarter" idx="21" hasCustomPrompt="1"/>
          </p:nvPr>
        </p:nvSpPr>
        <p:spPr>
          <a:xfrm>
            <a:off x="5723731" y="3342981"/>
            <a:ext cx="744537" cy="760412"/>
          </a:xfrm>
        </p:spPr>
        <p:txBody>
          <a:bodyPr anchor="ctr">
            <a:noAutofit/>
          </a:bodyPr>
          <a:lstStyle>
            <a:lvl1pPr marL="0" indent="0" algn="ctr">
              <a:buNone/>
              <a:defRPr sz="1800">
                <a:solidFill>
                  <a:schemeClr val="bg1"/>
                </a:solidFill>
                <a:latin typeface="+mj-lt"/>
              </a:defRPr>
            </a:lvl1pPr>
            <a:lvl2pPr>
              <a:defRPr sz="1400"/>
            </a:lvl2pPr>
            <a:lvl3pPr>
              <a:defRPr sz="1400"/>
            </a:lvl3pPr>
            <a:lvl4pPr>
              <a:defRPr sz="1400"/>
            </a:lvl4pPr>
            <a:lvl5pPr>
              <a:defRPr sz="1400"/>
            </a:lvl5pPr>
          </a:lstStyle>
          <a:p>
            <a:pPr lvl="0"/>
            <a:r>
              <a:rPr lang="en-US"/>
              <a:t>02</a:t>
            </a:r>
          </a:p>
        </p:txBody>
      </p:sp>
      <p:sp>
        <p:nvSpPr>
          <p:cNvPr id="48" name="Text Placeholder 2">
            <a:extLst>
              <a:ext uri="{FF2B5EF4-FFF2-40B4-BE49-F238E27FC236}">
                <a16:creationId xmlns:a16="http://schemas.microsoft.com/office/drawing/2014/main" id="{AF26A924-72D6-0586-A600-24324D505F25}"/>
              </a:ext>
            </a:extLst>
          </p:cNvPr>
          <p:cNvSpPr>
            <a:spLocks noGrp="1"/>
          </p:cNvSpPr>
          <p:nvPr>
            <p:ph type="body" idx="16" hasCustomPrompt="1"/>
          </p:nvPr>
        </p:nvSpPr>
        <p:spPr>
          <a:xfrm>
            <a:off x="6803482" y="2732050"/>
            <a:ext cx="4256019" cy="830527"/>
          </a:xfrm>
        </p:spPr>
        <p:txBody>
          <a:bodyPr lIns="0" tIns="0" rIns="0" bIns="0" anchor="b">
            <a:normAutofit/>
          </a:bodyPr>
          <a:lstStyle>
            <a:lvl1pPr marL="0" indent="0" algn="l">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9" name="Text Placeholder 10">
            <a:extLst>
              <a:ext uri="{FF2B5EF4-FFF2-40B4-BE49-F238E27FC236}">
                <a16:creationId xmlns:a16="http://schemas.microsoft.com/office/drawing/2014/main" id="{3D40CBC9-BDEF-8DC3-976F-5B19A8811134}"/>
              </a:ext>
            </a:extLst>
          </p:cNvPr>
          <p:cNvSpPr>
            <a:spLocks noGrp="1"/>
          </p:cNvSpPr>
          <p:nvPr>
            <p:ph type="body" sz="quarter" idx="17"/>
          </p:nvPr>
        </p:nvSpPr>
        <p:spPr>
          <a:xfrm>
            <a:off x="6803483" y="3633660"/>
            <a:ext cx="4256020" cy="713282"/>
          </a:xfrm>
        </p:spPr>
        <p:txBody>
          <a:bodyPr lIns="0" tIns="0" rIns="0" bIns="0">
            <a:normAutofit/>
          </a:bodyPr>
          <a:lstStyle>
            <a:lvl1pPr marL="0" indent="0" algn="l">
              <a:buFontTx/>
              <a:buNone/>
              <a:defRPr sz="1400"/>
            </a:lvl1pPr>
            <a:lvl2pPr marL="457200" indent="0">
              <a:buNone/>
              <a:defRPr sz="1400"/>
            </a:lvl2pPr>
            <a:lvl3pPr>
              <a:defRPr sz="1400"/>
            </a:lvl3pPr>
            <a:lvl4pPr>
              <a:defRPr sz="1400"/>
            </a:lvl4pPr>
            <a:lvl5pPr>
              <a:defRPr sz="1400"/>
            </a:lvl5pPr>
          </a:lstStyle>
          <a:p>
            <a:pPr lvl="0"/>
            <a:r>
              <a:rPr lang="en-GB"/>
              <a:t>Click to edit Master text styles</a:t>
            </a:r>
          </a:p>
        </p:txBody>
      </p:sp>
      <p:sp>
        <p:nvSpPr>
          <p:cNvPr id="5" name="Text Placeholder 3">
            <a:extLst>
              <a:ext uri="{FF2B5EF4-FFF2-40B4-BE49-F238E27FC236}">
                <a16:creationId xmlns:a16="http://schemas.microsoft.com/office/drawing/2014/main" id="{AB41CC40-8BC9-AE2E-16F6-78BAB06C116F}"/>
              </a:ext>
            </a:extLst>
          </p:cNvPr>
          <p:cNvSpPr>
            <a:spLocks noGrp="1"/>
          </p:cNvSpPr>
          <p:nvPr>
            <p:ph type="body" sz="quarter" idx="22" hasCustomPrompt="1"/>
          </p:nvPr>
        </p:nvSpPr>
        <p:spPr>
          <a:xfrm>
            <a:off x="5723731" y="4289190"/>
            <a:ext cx="744537" cy="760412"/>
          </a:xfrm>
        </p:spPr>
        <p:txBody>
          <a:bodyPr anchor="ctr">
            <a:noAutofit/>
          </a:bodyPr>
          <a:lstStyle>
            <a:lvl1pPr marL="0" indent="0" algn="ctr">
              <a:buNone/>
              <a:defRPr sz="1800">
                <a:solidFill>
                  <a:schemeClr val="bg1"/>
                </a:solidFill>
                <a:latin typeface="+mj-lt"/>
              </a:defRPr>
            </a:lvl1pPr>
            <a:lvl2pPr>
              <a:defRPr sz="1400"/>
            </a:lvl2pPr>
            <a:lvl3pPr>
              <a:defRPr sz="1400"/>
            </a:lvl3pPr>
            <a:lvl4pPr>
              <a:defRPr sz="1400"/>
            </a:lvl4pPr>
            <a:lvl5pPr>
              <a:defRPr sz="1400"/>
            </a:lvl5pPr>
          </a:lstStyle>
          <a:p>
            <a:pPr lvl="0"/>
            <a:r>
              <a:rPr lang="en-US"/>
              <a:t>03</a:t>
            </a:r>
          </a:p>
        </p:txBody>
      </p:sp>
      <p:sp>
        <p:nvSpPr>
          <p:cNvPr id="46" name="Text Placeholder 2">
            <a:extLst>
              <a:ext uri="{FF2B5EF4-FFF2-40B4-BE49-F238E27FC236}">
                <a16:creationId xmlns:a16="http://schemas.microsoft.com/office/drawing/2014/main" id="{0823E073-A7AB-E504-F4B0-2F50B06AF254}"/>
              </a:ext>
            </a:extLst>
          </p:cNvPr>
          <p:cNvSpPr>
            <a:spLocks noGrp="1"/>
          </p:cNvSpPr>
          <p:nvPr>
            <p:ph type="body" idx="14" hasCustomPrompt="1"/>
          </p:nvPr>
        </p:nvSpPr>
        <p:spPr>
          <a:xfrm>
            <a:off x="1132494" y="3693652"/>
            <a:ext cx="4256019" cy="830527"/>
          </a:xfrm>
        </p:spPr>
        <p:txBody>
          <a:bodyPr lIns="0" tIns="0" rIns="0" bIns="0" anchor="b">
            <a:normAutofit/>
          </a:bodyPr>
          <a:lstStyle>
            <a:lvl1pPr marL="0" indent="0" algn="r">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10">
            <a:extLst>
              <a:ext uri="{FF2B5EF4-FFF2-40B4-BE49-F238E27FC236}">
                <a16:creationId xmlns:a16="http://schemas.microsoft.com/office/drawing/2014/main" id="{0B062D47-A566-F3EE-0166-49A05CB85151}"/>
              </a:ext>
            </a:extLst>
          </p:cNvPr>
          <p:cNvSpPr>
            <a:spLocks noGrp="1"/>
          </p:cNvSpPr>
          <p:nvPr>
            <p:ph type="body" sz="quarter" idx="24"/>
          </p:nvPr>
        </p:nvSpPr>
        <p:spPr>
          <a:xfrm>
            <a:off x="1132494" y="4591538"/>
            <a:ext cx="4256020" cy="713282"/>
          </a:xfrm>
        </p:spPr>
        <p:txBody>
          <a:bodyPr lIns="0" tIns="0" rIns="0" bIns="0">
            <a:normAutofit/>
          </a:bodyPr>
          <a:lstStyle>
            <a:lvl1pPr marL="0" indent="0" algn="r">
              <a:buFontTx/>
              <a:buNone/>
              <a:defRPr sz="1400"/>
            </a:lvl1pPr>
            <a:lvl2pPr marL="457200" indent="0">
              <a:buNone/>
              <a:defRPr sz="1400"/>
            </a:lvl2pPr>
            <a:lvl3pPr>
              <a:defRPr sz="1400"/>
            </a:lvl3pPr>
            <a:lvl4pPr>
              <a:defRPr sz="1400"/>
            </a:lvl4pPr>
            <a:lvl5pPr>
              <a:defRPr sz="1400"/>
            </a:lvl5pPr>
          </a:lstStyle>
          <a:p>
            <a:pPr lvl="0"/>
            <a:r>
              <a:rPr lang="en-GB"/>
              <a:t>Click to edit Master text styles</a:t>
            </a:r>
          </a:p>
        </p:txBody>
      </p:sp>
      <p:sp>
        <p:nvSpPr>
          <p:cNvPr id="7" name="Text Placeholder 3">
            <a:extLst>
              <a:ext uri="{FF2B5EF4-FFF2-40B4-BE49-F238E27FC236}">
                <a16:creationId xmlns:a16="http://schemas.microsoft.com/office/drawing/2014/main" id="{47E5E086-4986-52F6-53FB-2CC51E3DF18B}"/>
              </a:ext>
            </a:extLst>
          </p:cNvPr>
          <p:cNvSpPr>
            <a:spLocks noGrp="1"/>
          </p:cNvSpPr>
          <p:nvPr>
            <p:ph type="body" sz="quarter" idx="23" hasCustomPrompt="1"/>
          </p:nvPr>
        </p:nvSpPr>
        <p:spPr>
          <a:xfrm>
            <a:off x="5723731" y="5234331"/>
            <a:ext cx="744537" cy="760412"/>
          </a:xfrm>
        </p:spPr>
        <p:txBody>
          <a:bodyPr anchor="ctr">
            <a:noAutofit/>
          </a:bodyPr>
          <a:lstStyle>
            <a:lvl1pPr marL="0" indent="0" algn="ctr">
              <a:buNone/>
              <a:defRPr sz="1800">
                <a:solidFill>
                  <a:schemeClr val="bg1"/>
                </a:solidFill>
                <a:latin typeface="+mj-lt"/>
              </a:defRPr>
            </a:lvl1pPr>
            <a:lvl2pPr>
              <a:defRPr sz="1400"/>
            </a:lvl2pPr>
            <a:lvl3pPr>
              <a:defRPr sz="1400"/>
            </a:lvl3pPr>
            <a:lvl4pPr>
              <a:defRPr sz="1400"/>
            </a:lvl4pPr>
            <a:lvl5pPr>
              <a:defRPr sz="1400"/>
            </a:lvl5pPr>
          </a:lstStyle>
          <a:p>
            <a:pPr lvl="0"/>
            <a:r>
              <a:rPr lang="en-US"/>
              <a:t>04</a:t>
            </a:r>
          </a:p>
        </p:txBody>
      </p:sp>
      <p:sp>
        <p:nvSpPr>
          <p:cNvPr id="51" name="Text Placeholder 2">
            <a:extLst>
              <a:ext uri="{FF2B5EF4-FFF2-40B4-BE49-F238E27FC236}">
                <a16:creationId xmlns:a16="http://schemas.microsoft.com/office/drawing/2014/main" id="{79148521-054A-FDD8-BB08-0FCA3A47DB19}"/>
              </a:ext>
            </a:extLst>
          </p:cNvPr>
          <p:cNvSpPr>
            <a:spLocks noGrp="1"/>
          </p:cNvSpPr>
          <p:nvPr>
            <p:ph type="body" idx="18" hasCustomPrompt="1"/>
          </p:nvPr>
        </p:nvSpPr>
        <p:spPr>
          <a:xfrm>
            <a:off x="6803482" y="4651530"/>
            <a:ext cx="4256019" cy="830527"/>
          </a:xfrm>
        </p:spPr>
        <p:txBody>
          <a:bodyPr lIns="0" tIns="0" rIns="0" bIns="0" anchor="b">
            <a:normAutofit/>
          </a:bodyPr>
          <a:lstStyle>
            <a:lvl1pPr marL="0" indent="0" algn="l">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2" name="Text Placeholder 10">
            <a:extLst>
              <a:ext uri="{FF2B5EF4-FFF2-40B4-BE49-F238E27FC236}">
                <a16:creationId xmlns:a16="http://schemas.microsoft.com/office/drawing/2014/main" id="{081477D1-4074-4385-6007-BCDA998F1B10}"/>
              </a:ext>
            </a:extLst>
          </p:cNvPr>
          <p:cNvSpPr>
            <a:spLocks noGrp="1"/>
          </p:cNvSpPr>
          <p:nvPr>
            <p:ph type="body" sz="quarter" idx="19"/>
          </p:nvPr>
        </p:nvSpPr>
        <p:spPr>
          <a:xfrm>
            <a:off x="6803483" y="5553140"/>
            <a:ext cx="4256020" cy="713282"/>
          </a:xfrm>
        </p:spPr>
        <p:txBody>
          <a:bodyPr lIns="0" tIns="0" rIns="0" bIns="0">
            <a:normAutofit/>
          </a:bodyPr>
          <a:lstStyle>
            <a:lvl1pPr marL="0" indent="0" algn="l">
              <a:buFontTx/>
              <a:buNone/>
              <a:defRPr sz="1400"/>
            </a:lvl1pPr>
            <a:lvl2pPr marL="457200" indent="0">
              <a:buNone/>
              <a:defRPr sz="1400"/>
            </a:lvl2pPr>
            <a:lvl3pPr>
              <a:defRPr sz="1400"/>
            </a:lvl3pPr>
            <a:lvl4pPr>
              <a:defRPr sz="1400"/>
            </a:lvl4pPr>
            <a:lvl5pPr>
              <a:defRPr sz="1400"/>
            </a:lvl5pPr>
          </a:lstStyle>
          <a:p>
            <a:pPr lvl="0"/>
            <a:r>
              <a:rPr lang="en-GB"/>
              <a:t>Click to edit Master text styles</a:t>
            </a:r>
          </a:p>
        </p:txBody>
      </p:sp>
      <p:sp>
        <p:nvSpPr>
          <p:cNvPr id="6" name="Date Placeholder 5">
            <a:extLst>
              <a:ext uri="{FF2B5EF4-FFF2-40B4-BE49-F238E27FC236}">
                <a16:creationId xmlns:a16="http://schemas.microsoft.com/office/drawing/2014/main" id="{82413880-8BA3-40F7-E4EB-B5736AD7E568}"/>
              </a:ext>
            </a:extLst>
          </p:cNvPr>
          <p:cNvSpPr>
            <a:spLocks noGrp="1"/>
          </p:cNvSpPr>
          <p:nvPr>
            <p:ph type="dt" sz="half" idx="10"/>
          </p:nvPr>
        </p:nvSpPr>
        <p:spPr/>
        <p:txBody>
          <a:bodyPr/>
          <a:lstStyle>
            <a:lvl1pPr>
              <a:defRPr>
                <a:solidFill>
                  <a:schemeClr val="tx1"/>
                </a:solidFill>
              </a:defRPr>
            </a:lvl1pPr>
          </a:lstStyle>
          <a:p>
            <a:r>
              <a:rPr lang="en-US" altLang="zh-CN"/>
              <a:t>03/12/2025</a:t>
            </a:r>
          </a:p>
        </p:txBody>
      </p:sp>
      <p:sp>
        <p:nvSpPr>
          <p:cNvPr id="9" name="Footer Placeholder 8">
            <a:extLst>
              <a:ext uri="{FF2B5EF4-FFF2-40B4-BE49-F238E27FC236}">
                <a16:creationId xmlns:a16="http://schemas.microsoft.com/office/drawing/2014/main" id="{80353A12-9C8A-289C-8282-2A997ECA0AA3}"/>
              </a:ext>
            </a:extLst>
          </p:cNvPr>
          <p:cNvSpPr>
            <a:spLocks noGrp="1"/>
          </p:cNvSpPr>
          <p:nvPr>
            <p:ph type="ftr" sz="quarter" idx="11"/>
          </p:nvPr>
        </p:nvSpPr>
        <p:spPr/>
        <p:txBody>
          <a:bodyPr/>
          <a:lstStyle>
            <a:lvl1pPr>
              <a:defRPr>
                <a:solidFill>
                  <a:schemeClr val="tx1"/>
                </a:solidFill>
              </a:defRPr>
            </a:lvl1pPr>
          </a:lstStyle>
          <a:p>
            <a:r>
              <a:rPr lang="en-US" altLang="zh-CN"/>
              <a:t>Sample Footer Text</a:t>
            </a:r>
          </a:p>
        </p:txBody>
      </p:sp>
      <p:sp>
        <p:nvSpPr>
          <p:cNvPr id="10" name="Slide Number Placeholder 9">
            <a:extLst>
              <a:ext uri="{FF2B5EF4-FFF2-40B4-BE49-F238E27FC236}">
                <a16:creationId xmlns:a16="http://schemas.microsoft.com/office/drawing/2014/main" id="{9B99161F-6303-389E-228B-53674B1953AB}"/>
              </a:ext>
            </a:extLst>
          </p:cNvPr>
          <p:cNvSpPr>
            <a:spLocks noGrp="1"/>
          </p:cNvSpPr>
          <p:nvPr>
            <p:ph type="sldNum" sz="half" idx="12"/>
          </p:nvPr>
        </p:nvSpPr>
        <p:spPr/>
        <p:txBody>
          <a:bodyPr/>
          <a:lstStyle/>
          <a:p>
            <a:fld id="{53642C38-124F-4CC4-99D8-72838B5B5271}" type="slidenum">
              <a:rPr lang="en-US" altLang="zh-CN" smtClean="0"/>
              <a:pPr/>
              <a:t>‹#›</a:t>
            </a:fld>
            <a:endParaRPr lang="en-US" altLang="zh-CN"/>
          </a:p>
        </p:txBody>
      </p:sp>
      <p:sp>
        <p:nvSpPr>
          <p:cNvPr id="11" name="Rectangle 10">
            <a:extLst>
              <a:ext uri="{FF2B5EF4-FFF2-40B4-BE49-F238E27FC236}">
                <a16:creationId xmlns:a16="http://schemas.microsoft.com/office/drawing/2014/main" id="{153EFE22-F2D2-3E44-ADDE-86C3B815FF50}"/>
              </a:ext>
              <a:ext uri="{C183D7F6-B498-43B3-948B-1728B52AA6E4}">
                <adec:decorative xmlns:adec="http://schemas.microsoft.com/office/drawing/2017/decorative" val="1"/>
              </a:ext>
            </a:extLst>
          </p:cNvPr>
          <p:cNvSpPr/>
          <p:nvPr userDrawn="1"/>
        </p:nvSpPr>
        <p:spPr>
          <a:xfrm>
            <a:off x="5702934" y="2377981"/>
            <a:ext cx="786131" cy="786131"/>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72000" rIns="0" bIns="0" rtlCol="0" anchor="ctr"/>
          <a:lstStyle/>
          <a:p>
            <a:pPr algn="ctr"/>
            <a:endParaRPr lang="en-US">
              <a:latin typeface="+mj-lt"/>
            </a:endParaRPr>
          </a:p>
        </p:txBody>
      </p:sp>
      <p:sp>
        <p:nvSpPr>
          <p:cNvPr id="12" name="Rectangle 11">
            <a:extLst>
              <a:ext uri="{FF2B5EF4-FFF2-40B4-BE49-F238E27FC236}">
                <a16:creationId xmlns:a16="http://schemas.microsoft.com/office/drawing/2014/main" id="{443771F2-787E-0937-B26C-9F51616867BC}"/>
              </a:ext>
              <a:ext uri="{C183D7F6-B498-43B3-948B-1728B52AA6E4}">
                <adec:decorative xmlns:adec="http://schemas.microsoft.com/office/drawing/2017/decorative" val="1"/>
              </a:ext>
            </a:extLst>
          </p:cNvPr>
          <p:cNvSpPr/>
          <p:nvPr userDrawn="1"/>
        </p:nvSpPr>
        <p:spPr>
          <a:xfrm>
            <a:off x="5702934" y="3330122"/>
            <a:ext cx="786131" cy="786131"/>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72000" rIns="0" bIns="0" rtlCol="0" anchor="ctr"/>
          <a:lstStyle/>
          <a:p>
            <a:pPr algn="ctr"/>
            <a:endParaRPr lang="en-US">
              <a:latin typeface="+mj-lt"/>
            </a:endParaRPr>
          </a:p>
        </p:txBody>
      </p:sp>
      <p:sp>
        <p:nvSpPr>
          <p:cNvPr id="13" name="Rectangle 12">
            <a:extLst>
              <a:ext uri="{FF2B5EF4-FFF2-40B4-BE49-F238E27FC236}">
                <a16:creationId xmlns:a16="http://schemas.microsoft.com/office/drawing/2014/main" id="{EDDE6D14-8049-6210-C544-51842B6C12B0}"/>
              </a:ext>
              <a:ext uri="{C183D7F6-B498-43B3-948B-1728B52AA6E4}">
                <adec:decorative xmlns:adec="http://schemas.microsoft.com/office/drawing/2017/decorative" val="1"/>
              </a:ext>
            </a:extLst>
          </p:cNvPr>
          <p:cNvSpPr/>
          <p:nvPr userDrawn="1"/>
        </p:nvSpPr>
        <p:spPr>
          <a:xfrm>
            <a:off x="5702934" y="4276331"/>
            <a:ext cx="786131" cy="786131"/>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72000" rIns="0" bIns="0" rtlCol="0" anchor="ctr"/>
          <a:lstStyle/>
          <a:p>
            <a:pPr algn="ctr"/>
            <a:endParaRPr lang="en-US">
              <a:latin typeface="+mj-lt"/>
            </a:endParaRPr>
          </a:p>
        </p:txBody>
      </p:sp>
      <p:sp>
        <p:nvSpPr>
          <p:cNvPr id="16" name="Rectangle 15">
            <a:extLst>
              <a:ext uri="{FF2B5EF4-FFF2-40B4-BE49-F238E27FC236}">
                <a16:creationId xmlns:a16="http://schemas.microsoft.com/office/drawing/2014/main" id="{119B4B14-3FA7-1293-6964-24149D44B56A}"/>
              </a:ext>
              <a:ext uri="{C183D7F6-B498-43B3-948B-1728B52AA6E4}">
                <adec:decorative xmlns:adec="http://schemas.microsoft.com/office/drawing/2017/decorative" val="1"/>
              </a:ext>
            </a:extLst>
          </p:cNvPr>
          <p:cNvSpPr/>
          <p:nvPr userDrawn="1"/>
        </p:nvSpPr>
        <p:spPr>
          <a:xfrm>
            <a:off x="5702934" y="5221472"/>
            <a:ext cx="786131" cy="786131"/>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72000" rIns="0" bIns="0" rtlCol="0" anchor="ctr"/>
          <a:lstStyle/>
          <a:p>
            <a:pPr algn="ctr"/>
            <a:endParaRPr lang="en-US">
              <a:latin typeface="+mj-lt"/>
            </a:endParaRPr>
          </a:p>
        </p:txBody>
      </p:sp>
      <p:sp>
        <p:nvSpPr>
          <p:cNvPr id="18" name="Freeform 3">
            <a:extLst>
              <a:ext uri="{FF2B5EF4-FFF2-40B4-BE49-F238E27FC236}">
                <a16:creationId xmlns:a16="http://schemas.microsoft.com/office/drawing/2014/main" id="{0DD73F63-78D8-30FA-50DB-09EC47D01CE7}"/>
              </a:ext>
              <a:ext uri="{C183D7F6-B498-43B3-948B-1728B52AA6E4}">
                <adec:decorative xmlns:adec="http://schemas.microsoft.com/office/drawing/2017/decorative" val="1"/>
              </a:ext>
            </a:extLst>
          </p:cNvPr>
          <p:cNvSpPr/>
          <p:nvPr userDrawn="1"/>
        </p:nvSpPr>
        <p:spPr>
          <a:xfrm rot="10800000" flipH="1" flipV="1">
            <a:off x="11762287"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19" name="Freeform 16">
            <a:extLst>
              <a:ext uri="{FF2B5EF4-FFF2-40B4-BE49-F238E27FC236}">
                <a16:creationId xmlns:a16="http://schemas.microsoft.com/office/drawing/2014/main" id="{923AA8EB-0AA5-2CB3-D43C-071998EC04E2}"/>
              </a:ext>
              <a:ext uri="{C183D7F6-B498-43B3-948B-1728B52AA6E4}">
                <adec:decorative xmlns:adec="http://schemas.microsoft.com/office/drawing/2017/decorative" val="1"/>
              </a:ext>
            </a:extLst>
          </p:cNvPr>
          <p:cNvSpPr/>
          <p:nvPr userDrawn="1"/>
        </p:nvSpPr>
        <p:spPr>
          <a:xfrm rot="10800000" flipH="1" flipV="1">
            <a:off x="11335168"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20" name="Freeform 3">
            <a:extLst>
              <a:ext uri="{FF2B5EF4-FFF2-40B4-BE49-F238E27FC236}">
                <a16:creationId xmlns:a16="http://schemas.microsoft.com/office/drawing/2014/main" id="{C6286FCE-5837-A0EB-9C10-849F9A8D4374}"/>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3" name="Freeform 16">
            <a:extLst>
              <a:ext uri="{FF2B5EF4-FFF2-40B4-BE49-F238E27FC236}">
                <a16:creationId xmlns:a16="http://schemas.microsoft.com/office/drawing/2014/main" id="{AF5423ED-9030-367F-350A-D9B2BCC30328}"/>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17205685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Closing">
    <p:bg>
      <p:bgPr>
        <a:solidFill>
          <a:schemeClr val="accent1">
            <a:lumMod val="75000"/>
          </a:scheme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C18412-3738-E9A2-F4DD-CDD60FBC7FAD}"/>
              </a:ext>
            </a:extLst>
          </p:cNvPr>
          <p:cNvSpPr>
            <a:spLocks noGrp="1"/>
          </p:cNvSpPr>
          <p:nvPr>
            <p:ph type="dt" sz="half" idx="23"/>
          </p:nvPr>
        </p:nvSpPr>
        <p:spPr/>
        <p:txBody>
          <a:bodyPr/>
          <a:lstStyle>
            <a:lvl1pPr>
              <a:defRPr>
                <a:solidFill>
                  <a:schemeClr val="bg1"/>
                </a:solidFill>
              </a:defRPr>
            </a:lvl1pPr>
          </a:lstStyle>
          <a:p>
            <a:r>
              <a:rPr lang="en-US" altLang="zh-CN"/>
              <a:t>03/12/2025</a:t>
            </a:r>
          </a:p>
        </p:txBody>
      </p:sp>
      <p:sp>
        <p:nvSpPr>
          <p:cNvPr id="8" name="Footer Placeholder 7">
            <a:extLst>
              <a:ext uri="{FF2B5EF4-FFF2-40B4-BE49-F238E27FC236}">
                <a16:creationId xmlns:a16="http://schemas.microsoft.com/office/drawing/2014/main" id="{D60B346E-048F-3002-6F84-0D7265B6FCE8}"/>
              </a:ext>
            </a:extLst>
          </p:cNvPr>
          <p:cNvSpPr>
            <a:spLocks noGrp="1"/>
          </p:cNvSpPr>
          <p:nvPr>
            <p:ph type="ftr" sz="quarter" idx="24"/>
          </p:nvPr>
        </p:nvSpPr>
        <p:spPr/>
        <p:txBody>
          <a:bodyPr/>
          <a:lstStyle>
            <a:lvl1pPr>
              <a:defRPr>
                <a:solidFill>
                  <a:schemeClr val="bg1"/>
                </a:solidFill>
              </a:defRPr>
            </a:lvl1pPr>
          </a:lstStyle>
          <a:p>
            <a:r>
              <a:rPr lang="en-US" altLang="zh-CN"/>
              <a:t>Sample Footer Text</a:t>
            </a:r>
          </a:p>
        </p:txBody>
      </p:sp>
      <p:sp>
        <p:nvSpPr>
          <p:cNvPr id="9" name="Slide Number Placeholder 8">
            <a:extLst>
              <a:ext uri="{FF2B5EF4-FFF2-40B4-BE49-F238E27FC236}">
                <a16:creationId xmlns:a16="http://schemas.microsoft.com/office/drawing/2014/main" id="{1B6566DC-DD77-AECA-A19F-397663A3DADC}"/>
              </a:ext>
            </a:extLst>
          </p:cNvPr>
          <p:cNvSpPr>
            <a:spLocks noGrp="1"/>
          </p:cNvSpPr>
          <p:nvPr>
            <p:ph type="sldNum" sz="half" idx="25"/>
          </p:nvPr>
        </p:nvSpPr>
        <p:spPr/>
        <p:txBody>
          <a:bodyPr/>
          <a:lstStyle>
            <a:lvl1pPr>
              <a:defRPr>
                <a:solidFill>
                  <a:schemeClr val="bg1"/>
                </a:solidFill>
              </a:defRPr>
            </a:lvl1pPr>
          </a:lstStyle>
          <a:p>
            <a:fld id="{53642C38-124F-4CC4-99D8-72838B5B5271}" type="slidenum">
              <a:rPr lang="en-US" altLang="zh-CN" smtClean="0"/>
              <a:pPr/>
              <a:t>‹#›</a:t>
            </a:fld>
            <a:endParaRPr lang="en-US" altLang="zh-CN"/>
          </a:p>
        </p:txBody>
      </p:sp>
      <p:sp>
        <p:nvSpPr>
          <p:cNvPr id="3" name="Title 1">
            <a:extLst>
              <a:ext uri="{FF2B5EF4-FFF2-40B4-BE49-F238E27FC236}">
                <a16:creationId xmlns:a16="http://schemas.microsoft.com/office/drawing/2014/main" id="{F8674A01-4078-B7D5-B0F6-A66942F0BB1E}"/>
              </a:ext>
            </a:extLst>
          </p:cNvPr>
          <p:cNvSpPr>
            <a:spLocks noGrp="1"/>
          </p:cNvSpPr>
          <p:nvPr>
            <p:ph type="title"/>
          </p:nvPr>
        </p:nvSpPr>
        <p:spPr>
          <a:xfrm>
            <a:off x="657225" y="4251456"/>
            <a:ext cx="10861675" cy="1842020"/>
          </a:xfrm>
          <a:prstGeom prst="rect">
            <a:avLst/>
          </a:prstGeom>
        </p:spPr>
        <p:txBody>
          <a:bodyPr lIns="0" tIns="0" rIns="0" bIns="0" anchor="b">
            <a:noAutofit/>
          </a:bodyPr>
          <a:lstStyle>
            <a:lvl1pPr>
              <a:defRPr sz="6000">
                <a:solidFill>
                  <a:schemeClr val="bg1"/>
                </a:solidFill>
              </a:defRPr>
            </a:lvl1pPr>
          </a:lstStyle>
          <a:p>
            <a:r>
              <a:rPr lang="en-GB"/>
              <a:t>Click to edit Master title style</a:t>
            </a:r>
            <a:endParaRPr lang="en-US"/>
          </a:p>
        </p:txBody>
      </p:sp>
      <p:sp>
        <p:nvSpPr>
          <p:cNvPr id="4" name="Freeform 3">
            <a:extLst>
              <a:ext uri="{FF2B5EF4-FFF2-40B4-BE49-F238E27FC236}">
                <a16:creationId xmlns:a16="http://schemas.microsoft.com/office/drawing/2014/main" id="{F06F3113-F194-2031-0946-73B47223D819}"/>
              </a:ext>
              <a:ext uri="{C183D7F6-B498-43B3-948B-1728B52AA6E4}">
                <adec:decorative xmlns:adec="http://schemas.microsoft.com/office/drawing/2017/decorative" val="1"/>
              </a:ext>
            </a:extLst>
          </p:cNvPr>
          <p:cNvSpPr/>
          <p:nvPr userDrawn="1"/>
        </p:nvSpPr>
        <p:spPr>
          <a:xfrm rot="10800000" flipV="1">
            <a:off x="11335174" y="428708"/>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bg1">
              <a:lumMod val="95000"/>
            </a:schemeClr>
          </a:solidFill>
        </p:spPr>
        <p:txBody>
          <a:bodyPr/>
          <a:lstStyle/>
          <a:p>
            <a:endParaRPr lang="zh-CN" altLang="en-US" sz="800"/>
          </a:p>
        </p:txBody>
      </p:sp>
      <p:sp>
        <p:nvSpPr>
          <p:cNvPr id="5" name="Freeform 16">
            <a:extLst>
              <a:ext uri="{FF2B5EF4-FFF2-40B4-BE49-F238E27FC236}">
                <a16:creationId xmlns:a16="http://schemas.microsoft.com/office/drawing/2014/main" id="{75FD1920-14A7-41FC-A645-ECAD955FD563}"/>
              </a:ext>
              <a:ext uri="{C183D7F6-B498-43B3-948B-1728B52AA6E4}">
                <adec:decorative xmlns:adec="http://schemas.microsoft.com/office/drawing/2017/decorative" val="1"/>
              </a:ext>
            </a:extLst>
          </p:cNvPr>
          <p:cNvSpPr/>
          <p:nvPr userDrawn="1"/>
        </p:nvSpPr>
        <p:spPr>
          <a:xfrm rot="10800000" flipV="1">
            <a:off x="11764236" y="-3"/>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bg1"/>
          </a:solidFill>
        </p:spPr>
        <p:txBody>
          <a:bodyPr/>
          <a:lstStyle/>
          <a:p>
            <a:endParaRPr lang="zh-CN" altLang="en-US" sz="800">
              <a:solidFill>
                <a:schemeClr val="bg1"/>
              </a:solidFill>
            </a:endParaRPr>
          </a:p>
        </p:txBody>
      </p:sp>
    </p:spTree>
    <p:extLst>
      <p:ext uri="{BB962C8B-B14F-4D97-AF65-F5344CB8AC3E}">
        <p14:creationId xmlns:p14="http://schemas.microsoft.com/office/powerpoint/2010/main" val="20137468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21208" y="548642"/>
            <a:ext cx="7478991" cy="3635797"/>
          </a:xfrm>
          <a:prstGeom prst="rect">
            <a:avLst/>
          </a:prstGeom>
        </p:spPr>
        <p:txBody>
          <a:bodyPr lIns="0" tIns="0" rIns="0" bIns="0" anchor="b">
            <a:normAutofit/>
          </a:bodyPr>
          <a:lstStyle>
            <a:lvl1pPr algn="l">
              <a:defRPr sz="5200">
                <a:solidFill>
                  <a:schemeClr val="accent1">
                    <a:lumMod val="75000"/>
                  </a:schemeClr>
                </a:solidFill>
              </a:defRPr>
            </a:lvl1pPr>
          </a:lstStyle>
          <a:p>
            <a:r>
              <a:rPr lang="en-US"/>
              <a:t>Click to edit Master title style</a:t>
            </a:r>
          </a:p>
        </p:txBody>
      </p:sp>
      <p:sp>
        <p:nvSpPr>
          <p:cNvPr id="6" name="Subtitle 2">
            <a:extLst>
              <a:ext uri="{FF2B5EF4-FFF2-40B4-BE49-F238E27FC236}">
                <a16:creationId xmlns:a16="http://schemas.microsoft.com/office/drawing/2014/main" id="{7295D8B2-9056-5F99-524B-992D6B71BB73}"/>
              </a:ext>
            </a:extLst>
          </p:cNvPr>
          <p:cNvSpPr>
            <a:spLocks noGrp="1"/>
          </p:cNvSpPr>
          <p:nvPr>
            <p:ph type="subTitle" idx="1"/>
          </p:nvPr>
        </p:nvSpPr>
        <p:spPr>
          <a:xfrm>
            <a:off x="521208" y="4301914"/>
            <a:ext cx="7478990" cy="1209886"/>
          </a:xfrm>
        </p:spPr>
        <p:txBody>
          <a:bodyPr lIns="0" tIns="0" rIns="0" bIns="0">
            <a:norm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20" name="Text Placeholder 5">
            <a:extLst>
              <a:ext uri="{FF2B5EF4-FFF2-40B4-BE49-F238E27FC236}">
                <a16:creationId xmlns:a16="http://schemas.microsoft.com/office/drawing/2014/main" id="{22FF3FC0-4D75-161D-C48F-E663E849A4BA}"/>
              </a:ext>
            </a:extLst>
          </p:cNvPr>
          <p:cNvSpPr>
            <a:spLocks noGrp="1"/>
          </p:cNvSpPr>
          <p:nvPr>
            <p:ph type="body" sz="quarter" idx="26" hasCustomPrompt="1"/>
          </p:nvPr>
        </p:nvSpPr>
        <p:spPr>
          <a:xfrm>
            <a:off x="521208" y="6016625"/>
            <a:ext cx="2127250" cy="266700"/>
          </a:xfrm>
        </p:spPr>
        <p:txBody>
          <a:bodyPr lIns="0" tIns="0" rIns="0" bIns="0">
            <a:noAutofit/>
          </a:bodyPr>
          <a:lstStyle>
            <a:lvl1pPr marL="0" indent="0" algn="l">
              <a:buFontTx/>
              <a:buNone/>
              <a:defRPr sz="1600"/>
            </a:lvl1pPr>
            <a:lvl2pPr>
              <a:defRPr sz="1600"/>
            </a:lvl2pPr>
            <a:lvl3pPr>
              <a:defRPr sz="1600"/>
            </a:lvl3pPr>
            <a:lvl4pPr>
              <a:defRPr sz="1600"/>
            </a:lvl4pPr>
            <a:lvl5pPr>
              <a:defRPr sz="1600"/>
            </a:lvl5pPr>
          </a:lstStyle>
          <a:p>
            <a:pPr algn="l">
              <a:lnSpc>
                <a:spcPct val="120000"/>
              </a:lnSpc>
            </a:pPr>
            <a:r>
              <a:rPr lang="en-US" altLang="zh-CN" sz="1600"/>
              <a:t>Presenter Name</a:t>
            </a:r>
          </a:p>
        </p:txBody>
      </p:sp>
      <p:sp>
        <p:nvSpPr>
          <p:cNvPr id="7" name="Date Placeholder 6">
            <a:extLst>
              <a:ext uri="{FF2B5EF4-FFF2-40B4-BE49-F238E27FC236}">
                <a16:creationId xmlns:a16="http://schemas.microsoft.com/office/drawing/2014/main" id="{F2BE211A-2B25-73F9-8610-7F479B5CFB4D}"/>
              </a:ext>
            </a:extLst>
          </p:cNvPr>
          <p:cNvSpPr>
            <a:spLocks noGrp="1"/>
          </p:cNvSpPr>
          <p:nvPr>
            <p:ph type="dt" sz="half" idx="10"/>
          </p:nvPr>
        </p:nvSpPr>
        <p:spPr/>
        <p:txBody>
          <a:bodyPr/>
          <a:lstStyle/>
          <a:p>
            <a:r>
              <a:rPr lang="en-US" altLang="zh-CN"/>
              <a:t>03/12/2025</a:t>
            </a:r>
          </a:p>
        </p:txBody>
      </p:sp>
      <p:sp>
        <p:nvSpPr>
          <p:cNvPr id="8" name="Footer Placeholder 7">
            <a:extLst>
              <a:ext uri="{FF2B5EF4-FFF2-40B4-BE49-F238E27FC236}">
                <a16:creationId xmlns:a16="http://schemas.microsoft.com/office/drawing/2014/main" id="{9631AC5D-4652-E05B-977E-27B58CD83516}"/>
              </a:ext>
            </a:extLst>
          </p:cNvPr>
          <p:cNvSpPr>
            <a:spLocks noGrp="1"/>
          </p:cNvSpPr>
          <p:nvPr>
            <p:ph type="ftr" sz="quarter" idx="11"/>
          </p:nvPr>
        </p:nvSpPr>
        <p:spPr/>
        <p:txBody>
          <a:bodyPr/>
          <a:lstStyle/>
          <a:p>
            <a:r>
              <a:rPr lang="en-US" altLang="zh-CN"/>
              <a:t>Sample Footer Text</a:t>
            </a:r>
          </a:p>
        </p:txBody>
      </p:sp>
      <p:sp>
        <p:nvSpPr>
          <p:cNvPr id="10" name="Freeform 3">
            <a:extLst>
              <a:ext uri="{FF2B5EF4-FFF2-40B4-BE49-F238E27FC236}">
                <a16:creationId xmlns:a16="http://schemas.microsoft.com/office/drawing/2014/main" id="{EC35B749-8DE8-ADCB-2F86-C87BF3917122}"/>
              </a:ext>
              <a:ext uri="{C183D7F6-B498-43B3-948B-1728B52AA6E4}">
                <adec:decorative xmlns:adec="http://schemas.microsoft.com/office/drawing/2017/decorative" val="1"/>
              </a:ext>
            </a:extLst>
          </p:cNvPr>
          <p:cNvSpPr/>
          <p:nvPr userDrawn="1"/>
        </p:nvSpPr>
        <p:spPr>
          <a:xfrm>
            <a:off x="9327093" y="703251"/>
            <a:ext cx="2338939" cy="5687058"/>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11" name="Freeform 16">
            <a:extLst>
              <a:ext uri="{FF2B5EF4-FFF2-40B4-BE49-F238E27FC236}">
                <a16:creationId xmlns:a16="http://schemas.microsoft.com/office/drawing/2014/main" id="{030EDAE8-F31E-51B4-86B8-F173F8DAA8F9}"/>
              </a:ext>
              <a:ext uri="{C183D7F6-B498-43B3-948B-1728B52AA6E4}">
                <adec:decorative xmlns:adec="http://schemas.microsoft.com/office/drawing/2017/decorative" val="1"/>
              </a:ext>
            </a:extLst>
          </p:cNvPr>
          <p:cNvSpPr/>
          <p:nvPr userDrawn="1"/>
        </p:nvSpPr>
        <p:spPr>
          <a:xfrm>
            <a:off x="10825640" y="1130300"/>
            <a:ext cx="420196" cy="427049"/>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13" name="Freeform 16">
            <a:extLst>
              <a:ext uri="{FF2B5EF4-FFF2-40B4-BE49-F238E27FC236}">
                <a16:creationId xmlns:a16="http://schemas.microsoft.com/office/drawing/2014/main" id="{D79DEA20-1D89-DBC1-6D1C-7E4145FFFAC1}"/>
              </a:ext>
              <a:ext uri="{C183D7F6-B498-43B3-948B-1728B52AA6E4}">
                <adec:decorative xmlns:adec="http://schemas.microsoft.com/office/drawing/2017/decorative" val="1"/>
              </a:ext>
            </a:extLst>
          </p:cNvPr>
          <p:cNvSpPr/>
          <p:nvPr userDrawn="1"/>
        </p:nvSpPr>
        <p:spPr>
          <a:xfrm flipH="1">
            <a:off x="8906897" y="5980750"/>
            <a:ext cx="420196" cy="427049"/>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16" name="Freeform 16">
            <a:extLst>
              <a:ext uri="{FF2B5EF4-FFF2-40B4-BE49-F238E27FC236}">
                <a16:creationId xmlns:a16="http://schemas.microsoft.com/office/drawing/2014/main" id="{927774AB-5184-F8DC-EBAD-8B96689239F5}"/>
              </a:ext>
              <a:ext uri="{C183D7F6-B498-43B3-948B-1728B52AA6E4}">
                <adec:decorative xmlns:adec="http://schemas.microsoft.com/office/drawing/2017/decorative" val="1"/>
              </a:ext>
            </a:extLst>
          </p:cNvPr>
          <p:cNvSpPr/>
          <p:nvPr userDrawn="1"/>
        </p:nvSpPr>
        <p:spPr>
          <a:xfrm flipH="1">
            <a:off x="9327093" y="5980750"/>
            <a:ext cx="420196" cy="427049"/>
          </a:xfrm>
          <a:custGeom>
            <a:avLst/>
            <a:gdLst/>
            <a:ahLst/>
            <a:cxnLst/>
            <a:rect l="l" t="t" r="r" b="b"/>
            <a:pathLst>
              <a:path w="646107" h="656644">
                <a:moveTo>
                  <a:pt x="0" y="0"/>
                </a:moveTo>
                <a:lnTo>
                  <a:pt x="646107" y="0"/>
                </a:lnTo>
                <a:lnTo>
                  <a:pt x="646107" y="656644"/>
                </a:lnTo>
                <a:lnTo>
                  <a:pt x="0" y="656644"/>
                </a:lnTo>
                <a:close/>
              </a:path>
            </a:pathLst>
          </a:custGeom>
          <a:solidFill>
            <a:schemeClr val="bg1"/>
          </a:solidFill>
        </p:spPr>
        <p:txBody>
          <a:bodyPr/>
          <a:lstStyle/>
          <a:p>
            <a:endParaRPr lang="zh-CN" altLang="en-US" sz="800"/>
          </a:p>
        </p:txBody>
      </p:sp>
      <p:sp>
        <p:nvSpPr>
          <p:cNvPr id="17" name="Freeform 16">
            <a:extLst>
              <a:ext uri="{FF2B5EF4-FFF2-40B4-BE49-F238E27FC236}">
                <a16:creationId xmlns:a16="http://schemas.microsoft.com/office/drawing/2014/main" id="{9350B783-78C6-EE38-DA71-7E78047B5D98}"/>
              </a:ext>
              <a:ext uri="{C183D7F6-B498-43B3-948B-1728B52AA6E4}">
                <adec:decorative xmlns:adec="http://schemas.microsoft.com/office/drawing/2017/decorative" val="1"/>
              </a:ext>
            </a:extLst>
          </p:cNvPr>
          <p:cNvSpPr/>
          <p:nvPr userDrawn="1"/>
        </p:nvSpPr>
        <p:spPr>
          <a:xfrm>
            <a:off x="11245836" y="703251"/>
            <a:ext cx="420196" cy="427049"/>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3" name="Slide Number Placeholder 8">
            <a:extLst>
              <a:ext uri="{FF2B5EF4-FFF2-40B4-BE49-F238E27FC236}">
                <a16:creationId xmlns:a16="http://schemas.microsoft.com/office/drawing/2014/main" id="{3A7970F0-3A4F-145C-49D5-4CE5EE447C6C}"/>
              </a:ext>
            </a:extLst>
          </p:cNvPr>
          <p:cNvSpPr>
            <a:spLocks noGrp="1"/>
          </p:cNvSpPr>
          <p:nvPr>
            <p:ph type="sldNum" sz="half" idx="12"/>
          </p:nvPr>
        </p:nvSpPr>
        <p:spPr>
          <a:xfrm>
            <a:off x="7858125" y="6400800"/>
            <a:ext cx="3657600" cy="266700"/>
          </a:xfrm>
        </p:spPr>
        <p:txBody>
          <a:bodyPr/>
          <a:lstStyle/>
          <a:p>
            <a:fld id="{53642C38-124F-4CC4-99D8-72838B5B5271}" type="slidenum">
              <a:rPr lang="en-US" altLang="zh-CN" smtClean="0"/>
              <a:pPr/>
              <a:t>‹#›</a:t>
            </a:fld>
            <a:endParaRPr lang="en-US" altLang="zh-CN"/>
          </a:p>
        </p:txBody>
      </p:sp>
    </p:spTree>
    <p:extLst>
      <p:ext uri="{BB962C8B-B14F-4D97-AF65-F5344CB8AC3E}">
        <p14:creationId xmlns:p14="http://schemas.microsoft.com/office/powerpoint/2010/main" val="3625499226"/>
      </p:ext>
    </p:extLst>
  </p:cSld>
  <p:clrMapOvr>
    <a:masterClrMapping/>
  </p:clrMapOvr>
  <p:extLst>
    <p:ext uri="{DCECCB84-F9BA-43D5-87BE-67443E8EF086}">
      <p15:sldGuideLst xmlns:p15="http://schemas.microsoft.com/office/powerpoint/2012/main">
        <p15:guide id="5" orient="horz" pos="2137" userDrawn="1">
          <p15:clr>
            <a:srgbClr val="FBAE40"/>
          </p15:clr>
        </p15:guide>
        <p15:guide id="6" pos="384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8008" y="854239"/>
            <a:ext cx="7876287" cy="3592629"/>
          </a:xfrm>
          <a:prstGeom prst="rect">
            <a:avLst/>
          </a:prstGeom>
        </p:spPr>
        <p:txBody>
          <a:bodyPr lIns="0" tIns="0" rIns="0" bIns="0" anchor="b">
            <a:normAutofit/>
          </a:bodyPr>
          <a:lstStyle>
            <a:lvl1pPr algn="l">
              <a:defRPr sz="5200">
                <a:solidFill>
                  <a:schemeClr val="accent1">
                    <a:lumMod val="75000"/>
                  </a:schemeClr>
                </a:solidFill>
              </a:defRPr>
            </a:lvl1pPr>
          </a:lstStyle>
          <a:p>
            <a:r>
              <a:rPr lang="en-US"/>
              <a:t>Click to edit Master title style</a:t>
            </a:r>
          </a:p>
        </p:txBody>
      </p:sp>
      <p:sp>
        <p:nvSpPr>
          <p:cNvPr id="13" name="Subtitle 2">
            <a:extLst>
              <a:ext uri="{FF2B5EF4-FFF2-40B4-BE49-F238E27FC236}">
                <a16:creationId xmlns:a16="http://schemas.microsoft.com/office/drawing/2014/main" id="{94983704-B583-1052-563A-B53363B74BD0}"/>
              </a:ext>
            </a:extLst>
          </p:cNvPr>
          <p:cNvSpPr>
            <a:spLocks noGrp="1"/>
          </p:cNvSpPr>
          <p:nvPr>
            <p:ph type="subTitle" idx="1"/>
          </p:nvPr>
        </p:nvSpPr>
        <p:spPr>
          <a:xfrm>
            <a:off x="660399" y="4540250"/>
            <a:ext cx="7833895" cy="869950"/>
          </a:xfrm>
        </p:spPr>
        <p:txBody>
          <a:bodyPr lIns="0" tIns="0" rIns="0" bIns="0">
            <a:norm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20" name="Text Placeholder 5">
            <a:extLst>
              <a:ext uri="{FF2B5EF4-FFF2-40B4-BE49-F238E27FC236}">
                <a16:creationId xmlns:a16="http://schemas.microsoft.com/office/drawing/2014/main" id="{D4DABCCA-E2E8-7FB3-9E94-2D5CBC433A81}"/>
              </a:ext>
            </a:extLst>
          </p:cNvPr>
          <p:cNvSpPr>
            <a:spLocks noGrp="1"/>
          </p:cNvSpPr>
          <p:nvPr>
            <p:ph type="body" sz="quarter" idx="26" hasCustomPrompt="1"/>
          </p:nvPr>
        </p:nvSpPr>
        <p:spPr>
          <a:xfrm>
            <a:off x="660400" y="5731072"/>
            <a:ext cx="2127250" cy="266700"/>
          </a:xfrm>
        </p:spPr>
        <p:txBody>
          <a:bodyPr lIns="0" tIns="0" rIns="0" bIns="0">
            <a:noAutofit/>
          </a:bodyPr>
          <a:lstStyle>
            <a:lvl1pPr marL="0" indent="0" algn="l">
              <a:buFontTx/>
              <a:buNone/>
              <a:defRPr sz="1600"/>
            </a:lvl1pPr>
            <a:lvl2pPr>
              <a:defRPr sz="1600"/>
            </a:lvl2pPr>
            <a:lvl3pPr>
              <a:defRPr sz="1600"/>
            </a:lvl3pPr>
            <a:lvl4pPr>
              <a:defRPr sz="1600"/>
            </a:lvl4pPr>
            <a:lvl5pPr>
              <a:defRPr sz="1600"/>
            </a:lvl5pPr>
          </a:lstStyle>
          <a:p>
            <a:pPr algn="l">
              <a:lnSpc>
                <a:spcPct val="120000"/>
              </a:lnSpc>
            </a:pPr>
            <a:r>
              <a:rPr lang="en-US" altLang="zh-CN" sz="1600"/>
              <a:t>Presenter Name</a:t>
            </a:r>
          </a:p>
        </p:txBody>
      </p:sp>
      <p:sp>
        <p:nvSpPr>
          <p:cNvPr id="7" name="Date Placeholder 6">
            <a:extLst>
              <a:ext uri="{FF2B5EF4-FFF2-40B4-BE49-F238E27FC236}">
                <a16:creationId xmlns:a16="http://schemas.microsoft.com/office/drawing/2014/main" id="{19560C90-A64D-EA57-C250-7F6B5C622C71}"/>
              </a:ext>
            </a:extLst>
          </p:cNvPr>
          <p:cNvSpPr>
            <a:spLocks noGrp="1"/>
          </p:cNvSpPr>
          <p:nvPr>
            <p:ph type="dt" sz="half" idx="10"/>
          </p:nvPr>
        </p:nvSpPr>
        <p:spPr/>
        <p:txBody>
          <a:bodyPr/>
          <a:lstStyle/>
          <a:p>
            <a:r>
              <a:rPr lang="en-US" altLang="zh-CN"/>
              <a:t>03/12/2025</a:t>
            </a:r>
          </a:p>
        </p:txBody>
      </p:sp>
      <p:sp>
        <p:nvSpPr>
          <p:cNvPr id="8" name="Footer Placeholder 7">
            <a:extLst>
              <a:ext uri="{FF2B5EF4-FFF2-40B4-BE49-F238E27FC236}">
                <a16:creationId xmlns:a16="http://schemas.microsoft.com/office/drawing/2014/main" id="{DFE744C9-267E-88FA-6A9B-D9965A1CE489}"/>
              </a:ext>
            </a:extLst>
          </p:cNvPr>
          <p:cNvSpPr>
            <a:spLocks noGrp="1"/>
          </p:cNvSpPr>
          <p:nvPr>
            <p:ph type="ftr" sz="quarter" idx="11"/>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E6A68B97-7F5A-074A-AA5F-405C1C9A90B2}"/>
              </a:ext>
            </a:extLst>
          </p:cNvPr>
          <p:cNvSpPr>
            <a:spLocks noGrp="1"/>
          </p:cNvSpPr>
          <p:nvPr>
            <p:ph type="sldNum" sz="half" idx="12"/>
          </p:nvPr>
        </p:nvSpPr>
        <p:spPr/>
        <p:txBody>
          <a:bodyPr/>
          <a:lstStyle/>
          <a:p>
            <a:fld id="{53642C38-124F-4CC4-99D8-72838B5B5271}" type="slidenum">
              <a:rPr lang="en-US" altLang="zh-CN" smtClean="0"/>
              <a:pPr/>
              <a:t>‹#›</a:t>
            </a:fld>
            <a:endParaRPr lang="en-US" altLang="zh-CN"/>
          </a:p>
        </p:txBody>
      </p:sp>
      <p:sp>
        <p:nvSpPr>
          <p:cNvPr id="22" name="Freeform 3">
            <a:extLst>
              <a:ext uri="{FF2B5EF4-FFF2-40B4-BE49-F238E27FC236}">
                <a16:creationId xmlns:a16="http://schemas.microsoft.com/office/drawing/2014/main" id="{92430EE9-AA9B-55F5-E9EB-2477BBEC54CD}"/>
              </a:ext>
              <a:ext uri="{C183D7F6-B498-43B3-948B-1728B52AA6E4}">
                <adec:decorative xmlns:adec="http://schemas.microsoft.com/office/drawing/2017/decorative" val="1"/>
              </a:ext>
            </a:extLst>
          </p:cNvPr>
          <p:cNvSpPr/>
          <p:nvPr userDrawn="1"/>
        </p:nvSpPr>
        <p:spPr>
          <a:xfrm>
            <a:off x="9176786" y="1352403"/>
            <a:ext cx="2338939" cy="415319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3" name="Freeform 16">
            <a:extLst>
              <a:ext uri="{FF2B5EF4-FFF2-40B4-BE49-F238E27FC236}">
                <a16:creationId xmlns:a16="http://schemas.microsoft.com/office/drawing/2014/main" id="{C7710BA9-6D74-7E0A-A6C5-03915DAC3E7F}"/>
              </a:ext>
              <a:ext uri="{C183D7F6-B498-43B3-948B-1728B52AA6E4}">
                <adec:decorative xmlns:adec="http://schemas.microsoft.com/office/drawing/2017/decorative" val="1"/>
              </a:ext>
            </a:extLst>
          </p:cNvPr>
          <p:cNvSpPr/>
          <p:nvPr userDrawn="1"/>
        </p:nvSpPr>
        <p:spPr>
          <a:xfrm>
            <a:off x="10675333" y="1772376"/>
            <a:ext cx="420196" cy="427049"/>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25" name="Freeform 16">
            <a:extLst>
              <a:ext uri="{FF2B5EF4-FFF2-40B4-BE49-F238E27FC236}">
                <a16:creationId xmlns:a16="http://schemas.microsoft.com/office/drawing/2014/main" id="{71C9C084-8011-DA6C-04F3-93DAB6DE0C24}"/>
              </a:ext>
              <a:ext uri="{C183D7F6-B498-43B3-948B-1728B52AA6E4}">
                <adec:decorative xmlns:adec="http://schemas.microsoft.com/office/drawing/2017/decorative" val="1"/>
              </a:ext>
            </a:extLst>
          </p:cNvPr>
          <p:cNvSpPr/>
          <p:nvPr userDrawn="1"/>
        </p:nvSpPr>
        <p:spPr>
          <a:xfrm flipH="1">
            <a:off x="8751830" y="4622442"/>
            <a:ext cx="420196" cy="427049"/>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26" name="Freeform 16">
            <a:extLst>
              <a:ext uri="{FF2B5EF4-FFF2-40B4-BE49-F238E27FC236}">
                <a16:creationId xmlns:a16="http://schemas.microsoft.com/office/drawing/2014/main" id="{C3458FEB-30A1-907F-9C24-4DB1C688A6AB}"/>
              </a:ext>
              <a:ext uri="{C183D7F6-B498-43B3-948B-1728B52AA6E4}">
                <adec:decorative xmlns:adec="http://schemas.microsoft.com/office/drawing/2017/decorative" val="1"/>
              </a:ext>
            </a:extLst>
          </p:cNvPr>
          <p:cNvSpPr/>
          <p:nvPr userDrawn="1"/>
        </p:nvSpPr>
        <p:spPr>
          <a:xfrm flipH="1">
            <a:off x="9172026" y="4622442"/>
            <a:ext cx="420196" cy="427049"/>
          </a:xfrm>
          <a:custGeom>
            <a:avLst/>
            <a:gdLst/>
            <a:ahLst/>
            <a:cxnLst/>
            <a:rect l="l" t="t" r="r" b="b"/>
            <a:pathLst>
              <a:path w="646107" h="656644">
                <a:moveTo>
                  <a:pt x="0" y="0"/>
                </a:moveTo>
                <a:lnTo>
                  <a:pt x="646107" y="0"/>
                </a:lnTo>
                <a:lnTo>
                  <a:pt x="646107" y="656644"/>
                </a:lnTo>
                <a:lnTo>
                  <a:pt x="0" y="656644"/>
                </a:lnTo>
                <a:close/>
              </a:path>
            </a:pathLst>
          </a:custGeom>
          <a:solidFill>
            <a:schemeClr val="bg1"/>
          </a:solidFill>
        </p:spPr>
        <p:txBody>
          <a:bodyPr/>
          <a:lstStyle/>
          <a:p>
            <a:endParaRPr lang="zh-CN" altLang="en-US" sz="800"/>
          </a:p>
        </p:txBody>
      </p:sp>
      <p:sp>
        <p:nvSpPr>
          <p:cNvPr id="27" name="Freeform 16">
            <a:extLst>
              <a:ext uri="{FF2B5EF4-FFF2-40B4-BE49-F238E27FC236}">
                <a16:creationId xmlns:a16="http://schemas.microsoft.com/office/drawing/2014/main" id="{A4B7D57A-D0D1-0C35-57C7-0CBB2D3DD98E}"/>
              </a:ext>
              <a:ext uri="{C183D7F6-B498-43B3-948B-1728B52AA6E4}">
                <adec:decorative xmlns:adec="http://schemas.microsoft.com/office/drawing/2017/decorative" val="1"/>
              </a:ext>
            </a:extLst>
          </p:cNvPr>
          <p:cNvSpPr/>
          <p:nvPr userDrawn="1"/>
        </p:nvSpPr>
        <p:spPr>
          <a:xfrm>
            <a:off x="11095529" y="1352403"/>
            <a:ext cx="420196" cy="427049"/>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333033710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Titl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981200" y="1318302"/>
            <a:ext cx="8229600" cy="2621154"/>
          </a:xfrm>
          <a:prstGeom prst="rect">
            <a:avLst/>
          </a:prstGeom>
        </p:spPr>
        <p:txBody>
          <a:bodyPr lIns="0" tIns="0" rIns="0" bIns="0" anchor="b">
            <a:normAutofit/>
          </a:bodyPr>
          <a:lstStyle>
            <a:lvl1pPr algn="ctr">
              <a:defRPr sz="5200">
                <a:solidFill>
                  <a:schemeClr val="accent1">
                    <a:lumMod val="75000"/>
                  </a:schemeClr>
                </a:solidFill>
              </a:defRPr>
            </a:lvl1pPr>
          </a:lstStyle>
          <a:p>
            <a:r>
              <a:rPr lang="en-US"/>
              <a:t>Click to edit Master title style</a:t>
            </a:r>
          </a:p>
        </p:txBody>
      </p:sp>
      <p:sp>
        <p:nvSpPr>
          <p:cNvPr id="17" name="Subtitle 2">
            <a:extLst>
              <a:ext uri="{FF2B5EF4-FFF2-40B4-BE49-F238E27FC236}">
                <a16:creationId xmlns:a16="http://schemas.microsoft.com/office/drawing/2014/main" id="{DE36AD52-10AA-8FF2-9DBD-006BB4149236}"/>
              </a:ext>
            </a:extLst>
          </p:cNvPr>
          <p:cNvSpPr>
            <a:spLocks noGrp="1"/>
          </p:cNvSpPr>
          <p:nvPr>
            <p:ph type="subTitle" idx="1"/>
          </p:nvPr>
        </p:nvSpPr>
        <p:spPr>
          <a:xfrm>
            <a:off x="2286000" y="4068762"/>
            <a:ext cx="7620000" cy="947738"/>
          </a:xfrm>
        </p:spPr>
        <p:txBody>
          <a:bodyPr lIns="0" tIns="0" rIns="0" bIns="0">
            <a:normAutofit/>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5" name="Text Placeholder 4">
            <a:extLst>
              <a:ext uri="{FF2B5EF4-FFF2-40B4-BE49-F238E27FC236}">
                <a16:creationId xmlns:a16="http://schemas.microsoft.com/office/drawing/2014/main" id="{37B9CFCA-5141-8256-021F-92BB3135FFEB}"/>
              </a:ext>
            </a:extLst>
          </p:cNvPr>
          <p:cNvSpPr>
            <a:spLocks noGrp="1"/>
          </p:cNvSpPr>
          <p:nvPr>
            <p:ph type="body" sz="quarter" idx="27" hasCustomPrompt="1"/>
          </p:nvPr>
        </p:nvSpPr>
        <p:spPr>
          <a:xfrm>
            <a:off x="4937125" y="5676900"/>
            <a:ext cx="2317750" cy="266700"/>
          </a:xfrm>
        </p:spPr>
        <p:txBody>
          <a:bodyPr anchor="ctr">
            <a:noAutofit/>
          </a:bodyPr>
          <a:lstStyle>
            <a:lvl1pPr marL="0" indent="0" algn="ctr">
              <a:buNone/>
              <a:defRPr sz="1600"/>
            </a:lvl1pPr>
            <a:lvl2pPr algn="ctr">
              <a:defRPr sz="1600"/>
            </a:lvl2pPr>
            <a:lvl3pPr algn="ctr">
              <a:defRPr sz="1600"/>
            </a:lvl3pPr>
            <a:lvl4pPr algn="ctr">
              <a:defRPr sz="1600"/>
            </a:lvl4pPr>
            <a:lvl5pPr algn="ctr">
              <a:defRPr sz="1600"/>
            </a:lvl5pPr>
          </a:lstStyle>
          <a:p>
            <a:pPr marL="0" marR="0" lvl="0" indent="0" algn="ctr" defTabSz="914400" rtl="0" eaLnBrk="1" fontAlgn="auto" latinLnBrk="0" hangingPunct="1">
              <a:lnSpc>
                <a:spcPct val="120000"/>
              </a:lnSpc>
              <a:spcBef>
                <a:spcPts val="1000"/>
              </a:spcBef>
              <a:spcAft>
                <a:spcPts val="0"/>
              </a:spcAft>
              <a:buClrTx/>
              <a:buSzTx/>
              <a:buFont typeface="Arial" panose="020B0604020202020204" pitchFamily="34" charset="0"/>
              <a:buNone/>
              <a:tabLst/>
              <a:defRPr/>
            </a:pPr>
            <a:r>
              <a:rPr lang="en-US" altLang="zh-CN" sz="1600"/>
              <a:t>Presenter Name</a:t>
            </a:r>
          </a:p>
        </p:txBody>
      </p:sp>
      <p:sp>
        <p:nvSpPr>
          <p:cNvPr id="7" name="Date Placeholder 6">
            <a:extLst>
              <a:ext uri="{FF2B5EF4-FFF2-40B4-BE49-F238E27FC236}">
                <a16:creationId xmlns:a16="http://schemas.microsoft.com/office/drawing/2014/main" id="{D9AB9120-E38E-CE16-47F0-8F3DC507AF9F}"/>
              </a:ext>
            </a:extLst>
          </p:cNvPr>
          <p:cNvSpPr>
            <a:spLocks noGrp="1"/>
          </p:cNvSpPr>
          <p:nvPr>
            <p:ph type="dt" sz="half" idx="10"/>
          </p:nvPr>
        </p:nvSpPr>
        <p:spPr/>
        <p:txBody>
          <a:bodyPr/>
          <a:lstStyle/>
          <a:p>
            <a:r>
              <a:rPr lang="en-US" altLang="zh-CN"/>
              <a:t>03/12/2025</a:t>
            </a:r>
          </a:p>
        </p:txBody>
      </p:sp>
      <p:sp>
        <p:nvSpPr>
          <p:cNvPr id="8" name="Footer Placeholder 7">
            <a:extLst>
              <a:ext uri="{FF2B5EF4-FFF2-40B4-BE49-F238E27FC236}">
                <a16:creationId xmlns:a16="http://schemas.microsoft.com/office/drawing/2014/main" id="{1D504969-9E31-5ADB-27D8-169E092A42F1}"/>
              </a:ext>
            </a:extLst>
          </p:cNvPr>
          <p:cNvSpPr>
            <a:spLocks noGrp="1"/>
          </p:cNvSpPr>
          <p:nvPr>
            <p:ph type="ftr" sz="quarter" idx="11"/>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9E89EEE4-FE5A-9A5A-EB28-51E4823454B7}"/>
              </a:ext>
            </a:extLst>
          </p:cNvPr>
          <p:cNvSpPr>
            <a:spLocks noGrp="1"/>
          </p:cNvSpPr>
          <p:nvPr>
            <p:ph type="sldNum" sz="half" idx="12"/>
          </p:nvPr>
        </p:nvSpPr>
        <p:spPr/>
        <p:txBody>
          <a:bodyPr/>
          <a:lstStyle/>
          <a:p>
            <a:fld id="{53642C38-124F-4CC4-99D8-72838B5B5271}" type="slidenum">
              <a:rPr lang="en-US" altLang="zh-CN" smtClean="0"/>
              <a:pPr/>
              <a:t>‹#›</a:t>
            </a:fld>
            <a:endParaRPr lang="en-US" altLang="zh-CN"/>
          </a:p>
        </p:txBody>
      </p:sp>
      <p:sp>
        <p:nvSpPr>
          <p:cNvPr id="29" name="Freeform 3">
            <a:extLst>
              <a:ext uri="{FF2B5EF4-FFF2-40B4-BE49-F238E27FC236}">
                <a16:creationId xmlns:a16="http://schemas.microsoft.com/office/drawing/2014/main" id="{78DD2050-C149-DC86-FA33-E6400182520B}"/>
              </a:ext>
              <a:ext uri="{C183D7F6-B498-43B3-948B-1728B52AA6E4}">
                <adec:decorative xmlns:adec="http://schemas.microsoft.com/office/drawing/2017/decorative" val="1"/>
              </a:ext>
            </a:extLst>
          </p:cNvPr>
          <p:cNvSpPr/>
          <p:nvPr userDrawn="1"/>
        </p:nvSpPr>
        <p:spPr>
          <a:xfrm rot="10800000" flipH="1" flipV="1">
            <a:off x="11762288"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30" name="Freeform 16">
            <a:extLst>
              <a:ext uri="{FF2B5EF4-FFF2-40B4-BE49-F238E27FC236}">
                <a16:creationId xmlns:a16="http://schemas.microsoft.com/office/drawing/2014/main" id="{C1A9F0B7-7647-0A46-600F-093B3C3868DC}"/>
              </a:ext>
              <a:ext uri="{C183D7F6-B498-43B3-948B-1728B52AA6E4}">
                <adec:decorative xmlns:adec="http://schemas.microsoft.com/office/drawing/2017/decorative" val="1"/>
              </a:ext>
            </a:extLst>
          </p:cNvPr>
          <p:cNvSpPr/>
          <p:nvPr userDrawn="1"/>
        </p:nvSpPr>
        <p:spPr>
          <a:xfrm rot="10800000" flipH="1" flipV="1">
            <a:off x="11335170"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32" name="Freeform 3">
            <a:extLst>
              <a:ext uri="{FF2B5EF4-FFF2-40B4-BE49-F238E27FC236}">
                <a16:creationId xmlns:a16="http://schemas.microsoft.com/office/drawing/2014/main" id="{B7E9B1FA-8FCD-502C-664D-87E4130B7A70}"/>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33" name="Freeform 16">
            <a:extLst>
              <a:ext uri="{FF2B5EF4-FFF2-40B4-BE49-F238E27FC236}">
                <a16:creationId xmlns:a16="http://schemas.microsoft.com/office/drawing/2014/main" id="{C0313B8D-267E-4E67-9BB2-73FFF5738A63}"/>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68028991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Photo 1">
    <p:spTree>
      <p:nvGrpSpPr>
        <p:cNvPr id="1" name=""/>
        <p:cNvGrpSpPr/>
        <p:nvPr/>
      </p:nvGrpSpPr>
      <p:grpSpPr>
        <a:xfrm>
          <a:off x="0" y="0"/>
          <a:ext cx="0" cy="0"/>
          <a:chOff x="0" y="0"/>
          <a:chExt cx="0" cy="0"/>
        </a:xfrm>
      </p:grpSpPr>
      <p:sp>
        <p:nvSpPr>
          <p:cNvPr id="15" name="Picture Placeholder 14" descr="A person in a yellow sweater is writing with a blue pen at a desk, with colorful sticky notes and a calendar on the wall behind.">
            <a:extLst>
              <a:ext uri="{FF2B5EF4-FFF2-40B4-BE49-F238E27FC236}">
                <a16:creationId xmlns:a16="http://schemas.microsoft.com/office/drawing/2014/main" id="{04CD25B5-7E35-A0A0-4AAE-9BE1A85EE2B7}"/>
              </a:ext>
              <a:ext uri="{C183D7F6-B498-43B3-948B-1728B52AA6E4}">
                <adec:decorative xmlns:adec="http://schemas.microsoft.com/office/drawing/2017/decorative" val="0"/>
              </a:ext>
            </a:extLst>
          </p:cNvPr>
          <p:cNvSpPr>
            <a:spLocks noGrp="1"/>
          </p:cNvSpPr>
          <p:nvPr>
            <p:ph type="pic" sz="quarter" idx="17"/>
          </p:nvPr>
        </p:nvSpPr>
        <p:spPr>
          <a:xfrm>
            <a:off x="0" y="-9625"/>
            <a:ext cx="12192000" cy="4572000"/>
          </a:xfrm>
          <a:prstGeom prst="rect">
            <a:avLst/>
          </a:prstGeom>
          <a:noFill/>
        </p:spPr>
        <p:txBody>
          <a:bodyPr wrap="square">
            <a:noAutofit/>
          </a:bodyPr>
          <a:lstStyle/>
          <a:p>
            <a:endParaRPr lang="en-US"/>
          </a:p>
        </p:txBody>
      </p:sp>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365760" y="4838150"/>
            <a:ext cx="11149965" cy="786384"/>
          </a:xfrm>
          <a:prstGeom prst="rect">
            <a:avLst/>
          </a:prstGeom>
        </p:spPr>
        <p:txBody>
          <a:bodyPr lIns="0" tIns="0" rIns="0" bIns="0" anchor="b">
            <a:normAutofit/>
          </a:bodyPr>
          <a:lstStyle>
            <a:lvl1pPr algn="l">
              <a:defRPr sz="4000">
                <a:solidFill>
                  <a:schemeClr val="accent1">
                    <a:lumMod val="75000"/>
                  </a:schemeClr>
                </a:solidFill>
              </a:defRPr>
            </a:lvl1pPr>
          </a:lstStyle>
          <a:p>
            <a:r>
              <a:rPr lang="en-US"/>
              <a:t>Click to edit Master title style</a:t>
            </a:r>
          </a:p>
        </p:txBody>
      </p:sp>
      <p:sp>
        <p:nvSpPr>
          <p:cNvPr id="17" name="Subtitle 2">
            <a:extLst>
              <a:ext uri="{FF2B5EF4-FFF2-40B4-BE49-F238E27FC236}">
                <a16:creationId xmlns:a16="http://schemas.microsoft.com/office/drawing/2014/main" id="{ADAD88DE-3BF6-67A2-120C-857D25673E8A}"/>
              </a:ext>
            </a:extLst>
          </p:cNvPr>
          <p:cNvSpPr>
            <a:spLocks noGrp="1"/>
          </p:cNvSpPr>
          <p:nvPr>
            <p:ph type="subTitle" idx="1"/>
          </p:nvPr>
        </p:nvSpPr>
        <p:spPr>
          <a:xfrm>
            <a:off x="365759" y="5702288"/>
            <a:ext cx="8624129" cy="427050"/>
          </a:xfrm>
        </p:spPr>
        <p:txBody>
          <a:bodyPr lIns="0" tIns="0" rIns="0" bIns="0">
            <a:norm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8" name="Text Placeholder 17">
            <a:extLst>
              <a:ext uri="{FF2B5EF4-FFF2-40B4-BE49-F238E27FC236}">
                <a16:creationId xmlns:a16="http://schemas.microsoft.com/office/drawing/2014/main" id="{9A6201C7-6FBA-D43A-E82E-228F01096EB9}"/>
              </a:ext>
            </a:extLst>
          </p:cNvPr>
          <p:cNvSpPr>
            <a:spLocks noGrp="1"/>
          </p:cNvSpPr>
          <p:nvPr>
            <p:ph type="body" sz="quarter" idx="27" hasCustomPrompt="1"/>
          </p:nvPr>
        </p:nvSpPr>
        <p:spPr>
          <a:xfrm>
            <a:off x="9119341" y="5702288"/>
            <a:ext cx="2396383" cy="427050"/>
          </a:xfrm>
        </p:spPr>
        <p:txBody>
          <a:bodyPr lIns="0" tIns="0" rIns="0" bIns="0" anchor="ctr"/>
          <a:lstStyle>
            <a:lvl1pPr marL="0" indent="0" algn="l">
              <a:buFontTx/>
              <a:buNone/>
              <a:defRPr/>
            </a:lvl1pPr>
            <a:lvl2pPr algn="r">
              <a:defRPr/>
            </a:lvl2pPr>
            <a:lvl3pPr algn="r">
              <a:defRPr/>
            </a:lvl3pPr>
            <a:lvl4pPr algn="r">
              <a:defRPr/>
            </a:lvl4pPr>
            <a:lvl5pPr algn="r">
              <a:defRPr/>
            </a:lvl5pPr>
          </a:lstStyle>
          <a:p>
            <a:pPr algn="l">
              <a:lnSpc>
                <a:spcPct val="120000"/>
              </a:lnSpc>
            </a:pPr>
            <a:r>
              <a:rPr lang="en-US" altLang="zh-CN" sz="1800"/>
              <a:t>Presenter Name</a:t>
            </a:r>
          </a:p>
        </p:txBody>
      </p:sp>
      <p:sp>
        <p:nvSpPr>
          <p:cNvPr id="4" name="Date Placeholder 3">
            <a:extLst>
              <a:ext uri="{FF2B5EF4-FFF2-40B4-BE49-F238E27FC236}">
                <a16:creationId xmlns:a16="http://schemas.microsoft.com/office/drawing/2014/main" id="{70B28441-CA48-25FF-5FE1-39F3C36F71D8}"/>
              </a:ext>
            </a:extLst>
          </p:cNvPr>
          <p:cNvSpPr>
            <a:spLocks noGrp="1"/>
          </p:cNvSpPr>
          <p:nvPr>
            <p:ph type="dt" sz="half" idx="18"/>
          </p:nvPr>
        </p:nvSpPr>
        <p:spPr/>
        <p:txBody>
          <a:bodyPr/>
          <a:lstStyle/>
          <a:p>
            <a:r>
              <a:rPr lang="en-US" altLang="zh-CN"/>
              <a:t>03/12/2025</a:t>
            </a:r>
          </a:p>
        </p:txBody>
      </p:sp>
      <p:sp>
        <p:nvSpPr>
          <p:cNvPr id="5" name="Footer Placeholder 4">
            <a:extLst>
              <a:ext uri="{FF2B5EF4-FFF2-40B4-BE49-F238E27FC236}">
                <a16:creationId xmlns:a16="http://schemas.microsoft.com/office/drawing/2014/main" id="{3E7485ED-11CB-C644-3DC0-F0E848C79E78}"/>
              </a:ext>
            </a:extLst>
          </p:cNvPr>
          <p:cNvSpPr>
            <a:spLocks noGrp="1"/>
          </p:cNvSpPr>
          <p:nvPr>
            <p:ph type="ftr" sz="quarter" idx="19"/>
          </p:nvPr>
        </p:nvSpPr>
        <p:spPr/>
        <p:txBody>
          <a:bodyPr/>
          <a:lstStyle/>
          <a:p>
            <a:r>
              <a:rPr lang="en-US" altLang="zh-CN"/>
              <a:t>Sample Footer Text</a:t>
            </a:r>
          </a:p>
        </p:txBody>
      </p:sp>
      <p:sp>
        <p:nvSpPr>
          <p:cNvPr id="6" name="Slide Number Placeholder 5">
            <a:extLst>
              <a:ext uri="{FF2B5EF4-FFF2-40B4-BE49-F238E27FC236}">
                <a16:creationId xmlns:a16="http://schemas.microsoft.com/office/drawing/2014/main" id="{22EDA443-8077-37E3-F841-2049B5CDE319}"/>
              </a:ext>
            </a:extLst>
          </p:cNvPr>
          <p:cNvSpPr>
            <a:spLocks noGrp="1"/>
          </p:cNvSpPr>
          <p:nvPr>
            <p:ph type="sldNum" sz="half" idx="20"/>
          </p:nvPr>
        </p:nvSpPr>
        <p:spPr/>
        <p:txBody>
          <a:bodyPr/>
          <a:lstStyle/>
          <a:p>
            <a:fld id="{53642C38-124F-4CC4-99D8-72838B5B5271}" type="slidenum">
              <a:rPr lang="en-US" altLang="zh-CN" smtClean="0"/>
              <a:pPr/>
              <a:t>‹#›</a:t>
            </a:fld>
            <a:endParaRPr lang="en-US" altLang="zh-CN"/>
          </a:p>
        </p:txBody>
      </p:sp>
      <p:sp>
        <p:nvSpPr>
          <p:cNvPr id="21" name="Freeform 16">
            <a:extLst>
              <a:ext uri="{FF2B5EF4-FFF2-40B4-BE49-F238E27FC236}">
                <a16:creationId xmlns:a16="http://schemas.microsoft.com/office/drawing/2014/main" id="{45756D65-7C24-CF09-54A3-91DC74A6B9F7}"/>
              </a:ext>
              <a:ext uri="{C183D7F6-B498-43B3-948B-1728B52AA6E4}">
                <adec:decorative xmlns:adec="http://schemas.microsoft.com/office/drawing/2017/decorative" val="1"/>
              </a:ext>
            </a:extLst>
          </p:cNvPr>
          <p:cNvSpPr/>
          <p:nvPr userDrawn="1"/>
        </p:nvSpPr>
        <p:spPr>
          <a:xfrm flipH="1">
            <a:off x="0" y="4135326"/>
            <a:ext cx="420196" cy="427049"/>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75000"/>
            </a:schemeClr>
          </a:solidFill>
        </p:spPr>
        <p:txBody>
          <a:bodyPr/>
          <a:lstStyle/>
          <a:p>
            <a:endParaRPr lang="zh-CN" altLang="en-US" sz="800"/>
          </a:p>
        </p:txBody>
      </p:sp>
      <p:sp>
        <p:nvSpPr>
          <p:cNvPr id="22" name="Freeform 16">
            <a:extLst>
              <a:ext uri="{FF2B5EF4-FFF2-40B4-BE49-F238E27FC236}">
                <a16:creationId xmlns:a16="http://schemas.microsoft.com/office/drawing/2014/main" id="{09637255-2E56-FC74-9109-A3BC8AEE0CE4}"/>
              </a:ext>
              <a:ext uri="{C183D7F6-B498-43B3-948B-1728B52AA6E4}">
                <adec:decorative xmlns:adec="http://schemas.microsoft.com/office/drawing/2017/decorative" val="1"/>
              </a:ext>
            </a:extLst>
          </p:cNvPr>
          <p:cNvSpPr/>
          <p:nvPr userDrawn="1"/>
        </p:nvSpPr>
        <p:spPr>
          <a:xfrm flipH="1">
            <a:off x="837255" y="4135326"/>
            <a:ext cx="420196" cy="427049"/>
          </a:xfrm>
          <a:custGeom>
            <a:avLst/>
            <a:gdLst/>
            <a:ahLst/>
            <a:cxnLst/>
            <a:rect l="l" t="t" r="r" b="b"/>
            <a:pathLst>
              <a:path w="646107" h="656644">
                <a:moveTo>
                  <a:pt x="0" y="0"/>
                </a:moveTo>
                <a:lnTo>
                  <a:pt x="646107" y="0"/>
                </a:lnTo>
                <a:lnTo>
                  <a:pt x="646107" y="656644"/>
                </a:lnTo>
                <a:lnTo>
                  <a:pt x="0" y="656644"/>
                </a:lnTo>
                <a:close/>
              </a:path>
            </a:pathLst>
          </a:custGeom>
          <a:solidFill>
            <a:schemeClr val="bg1"/>
          </a:solidFill>
        </p:spPr>
        <p:txBody>
          <a:bodyPr/>
          <a:lstStyle/>
          <a:p>
            <a:endParaRPr lang="zh-CN" altLang="en-US" sz="800"/>
          </a:p>
        </p:txBody>
      </p:sp>
      <p:sp>
        <p:nvSpPr>
          <p:cNvPr id="23" name="Freeform 16">
            <a:extLst>
              <a:ext uri="{FF2B5EF4-FFF2-40B4-BE49-F238E27FC236}">
                <a16:creationId xmlns:a16="http://schemas.microsoft.com/office/drawing/2014/main" id="{86B62C6B-94C9-CB1E-C499-3150C5B45F1A}"/>
              </a:ext>
              <a:ext uri="{C183D7F6-B498-43B3-948B-1728B52AA6E4}">
                <adec:decorative xmlns:adec="http://schemas.microsoft.com/office/drawing/2017/decorative" val="1"/>
              </a:ext>
            </a:extLst>
          </p:cNvPr>
          <p:cNvSpPr/>
          <p:nvPr userDrawn="1"/>
        </p:nvSpPr>
        <p:spPr>
          <a:xfrm flipH="1">
            <a:off x="417059" y="3708277"/>
            <a:ext cx="420196" cy="427049"/>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75000"/>
            </a:schemeClr>
          </a:solidFill>
        </p:spPr>
        <p:txBody>
          <a:bodyPr/>
          <a:lstStyle/>
          <a:p>
            <a:endParaRPr lang="zh-CN" altLang="en-US" sz="800"/>
          </a:p>
        </p:txBody>
      </p:sp>
    </p:spTree>
    <p:extLst>
      <p:ext uri="{BB962C8B-B14F-4D97-AF65-F5344CB8AC3E}">
        <p14:creationId xmlns:p14="http://schemas.microsoft.com/office/powerpoint/2010/main" val="336021795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_Title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0" y="1129554"/>
            <a:ext cx="5434584" cy="3475236"/>
          </a:xfrm>
          <a:prstGeom prst="rect">
            <a:avLst/>
          </a:prstGeom>
        </p:spPr>
        <p:txBody>
          <a:bodyPr lIns="0" tIns="0" rIns="0" bIns="0" anchor="b">
            <a:normAutofit/>
          </a:bodyPr>
          <a:lstStyle>
            <a:lvl1pPr algn="l">
              <a:defRPr sz="5200">
                <a:solidFill>
                  <a:schemeClr val="accent1">
                    <a:lumMod val="75000"/>
                  </a:schemeClr>
                </a:solidFill>
              </a:defRPr>
            </a:lvl1pPr>
          </a:lstStyle>
          <a:p>
            <a:r>
              <a:rPr lang="en-US"/>
              <a:t>Click to edit Master title style</a:t>
            </a:r>
          </a:p>
        </p:txBody>
      </p:sp>
      <p:sp>
        <p:nvSpPr>
          <p:cNvPr id="5" name="Picture Placeholder 6" descr="A desk with a calculator, documents, a smartphone, and a pen holder.">
            <a:extLst>
              <a:ext uri="{FF2B5EF4-FFF2-40B4-BE49-F238E27FC236}">
                <a16:creationId xmlns:a16="http://schemas.microsoft.com/office/drawing/2014/main" id="{ABFA94BE-E127-8C23-A23C-2E91D1FDB587}"/>
              </a:ext>
            </a:extLst>
          </p:cNvPr>
          <p:cNvSpPr>
            <a:spLocks noGrp="1"/>
          </p:cNvSpPr>
          <p:nvPr>
            <p:ph type="pic" sz="quarter" idx="27"/>
          </p:nvPr>
        </p:nvSpPr>
        <p:spPr>
          <a:xfrm flipH="1">
            <a:off x="860889" y="1399070"/>
            <a:ext cx="4648035" cy="4648035"/>
          </a:xfrm>
          <a:prstGeom prst="rect">
            <a:avLst/>
          </a:prstGeom>
          <a:noFill/>
        </p:spPr>
        <p:txBody>
          <a:bodyPr wrap="square">
            <a:noAutofit/>
          </a:bodyPr>
          <a:lstStyle/>
          <a:p>
            <a:endParaRPr lang="en-US"/>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34238" y="4731335"/>
            <a:ext cx="5240899" cy="1184585"/>
          </a:xfrm>
        </p:spPr>
        <p:txBody>
          <a:bodyPr lIns="0" tIns="0" rIns="0" bIns="0" anchor="t">
            <a:normAutofit/>
          </a:bodyPr>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12" name="Text Placeholder 5">
            <a:extLst>
              <a:ext uri="{FF2B5EF4-FFF2-40B4-BE49-F238E27FC236}">
                <a16:creationId xmlns:a16="http://schemas.microsoft.com/office/drawing/2014/main" id="{9C497256-245E-EC2A-B917-DEDA61B3F8D0}"/>
              </a:ext>
            </a:extLst>
          </p:cNvPr>
          <p:cNvSpPr>
            <a:spLocks noGrp="1"/>
          </p:cNvSpPr>
          <p:nvPr>
            <p:ph type="body" sz="quarter" idx="26" hasCustomPrompt="1"/>
          </p:nvPr>
        </p:nvSpPr>
        <p:spPr>
          <a:xfrm>
            <a:off x="6134238" y="6016625"/>
            <a:ext cx="2127250" cy="266700"/>
          </a:xfrm>
        </p:spPr>
        <p:txBody>
          <a:bodyPr lIns="0" tIns="0" rIns="0" bIns="0">
            <a:noAutofit/>
          </a:bodyPr>
          <a:lstStyle>
            <a:lvl1pPr marL="0" indent="0" algn="l">
              <a:buFontTx/>
              <a:buNone/>
              <a:defRPr sz="1600"/>
            </a:lvl1pPr>
            <a:lvl2pPr>
              <a:defRPr sz="1600"/>
            </a:lvl2pPr>
            <a:lvl3pPr>
              <a:defRPr sz="1600"/>
            </a:lvl3pPr>
            <a:lvl4pPr>
              <a:defRPr sz="1600"/>
            </a:lvl4pPr>
            <a:lvl5pPr>
              <a:defRPr sz="1600"/>
            </a:lvl5pPr>
          </a:lstStyle>
          <a:p>
            <a:pPr algn="l">
              <a:lnSpc>
                <a:spcPct val="120000"/>
              </a:lnSpc>
            </a:pPr>
            <a:r>
              <a:rPr lang="en-US" altLang="zh-CN" sz="1600"/>
              <a:t>Presenter Name</a:t>
            </a:r>
          </a:p>
        </p:txBody>
      </p:sp>
      <p:sp>
        <p:nvSpPr>
          <p:cNvPr id="8" name="Date Placeholder 7">
            <a:extLst>
              <a:ext uri="{FF2B5EF4-FFF2-40B4-BE49-F238E27FC236}">
                <a16:creationId xmlns:a16="http://schemas.microsoft.com/office/drawing/2014/main" id="{A8EEF3AA-A630-9D65-D67D-432EA12FE2C8}"/>
              </a:ext>
            </a:extLst>
          </p:cNvPr>
          <p:cNvSpPr>
            <a:spLocks noGrp="1"/>
          </p:cNvSpPr>
          <p:nvPr>
            <p:ph type="dt" sz="half" idx="23"/>
          </p:nvPr>
        </p:nvSpPr>
        <p:spPr/>
        <p:txBody>
          <a:bodyPr/>
          <a:lstStyle/>
          <a:p>
            <a:r>
              <a:rPr lang="en-US" altLang="zh-CN"/>
              <a:t>03/12/2025</a:t>
            </a:r>
          </a:p>
        </p:txBody>
      </p:sp>
      <p:sp>
        <p:nvSpPr>
          <p:cNvPr id="10" name="Footer Placeholder 9">
            <a:extLst>
              <a:ext uri="{FF2B5EF4-FFF2-40B4-BE49-F238E27FC236}">
                <a16:creationId xmlns:a16="http://schemas.microsoft.com/office/drawing/2014/main" id="{BB0AD288-50C0-FC9F-DFF2-F33E76C918AA}"/>
              </a:ext>
            </a:extLst>
          </p:cNvPr>
          <p:cNvSpPr>
            <a:spLocks noGrp="1"/>
          </p:cNvSpPr>
          <p:nvPr>
            <p:ph type="ftr" sz="quarter" idx="24"/>
          </p:nvPr>
        </p:nvSpPr>
        <p:spPr/>
        <p:txBody>
          <a:bodyPr/>
          <a:lstStyle/>
          <a:p>
            <a:r>
              <a:rPr lang="en-US" altLang="zh-CN"/>
              <a:t>Sample Footer Text</a:t>
            </a:r>
          </a:p>
        </p:txBody>
      </p:sp>
      <p:sp>
        <p:nvSpPr>
          <p:cNvPr id="13" name="Slide Number Placeholder 12">
            <a:extLst>
              <a:ext uri="{FF2B5EF4-FFF2-40B4-BE49-F238E27FC236}">
                <a16:creationId xmlns:a16="http://schemas.microsoft.com/office/drawing/2014/main" id="{F0012F6B-7CD7-7D6F-0D9F-2BF6EC538CD2}"/>
              </a:ext>
            </a:extLst>
          </p:cNvPr>
          <p:cNvSpPr>
            <a:spLocks noGrp="1"/>
          </p:cNvSpPr>
          <p:nvPr>
            <p:ph type="sldNum" sz="half" idx="25"/>
          </p:nvPr>
        </p:nvSpPr>
        <p:spPr/>
        <p:txBody>
          <a:bodyPr/>
          <a:lstStyle/>
          <a:p>
            <a:fld id="{53642C38-124F-4CC4-99D8-72838B5B5271}" type="slidenum">
              <a:rPr lang="en-US" altLang="zh-CN" smtClean="0"/>
              <a:pPr/>
              <a:t>‹#›</a:t>
            </a:fld>
            <a:endParaRPr lang="en-US" altLang="zh-CN"/>
          </a:p>
        </p:txBody>
      </p:sp>
      <p:sp>
        <p:nvSpPr>
          <p:cNvPr id="16" name="Freeform 3">
            <a:extLst>
              <a:ext uri="{FF2B5EF4-FFF2-40B4-BE49-F238E27FC236}">
                <a16:creationId xmlns:a16="http://schemas.microsoft.com/office/drawing/2014/main" id="{0C2D5054-A5B7-56F1-E3F8-365E2EC8077F}"/>
              </a:ext>
              <a:ext uri="{C183D7F6-B498-43B3-948B-1728B52AA6E4}">
                <adec:decorative xmlns:adec="http://schemas.microsoft.com/office/drawing/2017/decorative" val="1"/>
              </a:ext>
            </a:extLst>
          </p:cNvPr>
          <p:cNvSpPr/>
          <p:nvPr userDrawn="1"/>
        </p:nvSpPr>
        <p:spPr>
          <a:xfrm rot="10800000">
            <a:off x="-1" y="2278804"/>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6" name="Freeform: Shape 5">
            <a:extLst>
              <a:ext uri="{FF2B5EF4-FFF2-40B4-BE49-F238E27FC236}">
                <a16:creationId xmlns:a16="http://schemas.microsoft.com/office/drawing/2014/main" id="{CE942476-48A2-D607-B84B-FD88A7D3641B}"/>
              </a:ext>
              <a:ext uri="{C183D7F6-B498-43B3-948B-1728B52AA6E4}">
                <adec:decorative xmlns:adec="http://schemas.microsoft.com/office/drawing/2017/decorative" val="1"/>
              </a:ext>
            </a:extLst>
          </p:cNvPr>
          <p:cNvSpPr/>
          <p:nvPr userDrawn="1"/>
        </p:nvSpPr>
        <p:spPr>
          <a:xfrm flipH="1">
            <a:off x="429708" y="2719093"/>
            <a:ext cx="3915151" cy="3771393"/>
          </a:xfrm>
          <a:custGeom>
            <a:avLst/>
            <a:gdLst>
              <a:gd name="connsiteX0" fmla="*/ 3915151 w 3915151"/>
              <a:gd name="connsiteY0" fmla="*/ 0 h 3771393"/>
              <a:gd name="connsiteX1" fmla="*/ 3491071 w 3915151"/>
              <a:gd name="connsiteY1" fmla="*/ 0 h 3771393"/>
              <a:gd name="connsiteX2" fmla="*/ 3491071 w 3915151"/>
              <a:gd name="connsiteY2" fmla="*/ 3330059 h 3771393"/>
              <a:gd name="connsiteX3" fmla="*/ 0 w 3915151"/>
              <a:gd name="connsiteY3" fmla="*/ 3330059 h 3771393"/>
              <a:gd name="connsiteX4" fmla="*/ 0 w 3915151"/>
              <a:gd name="connsiteY4" fmla="*/ 3771393 h 3771393"/>
              <a:gd name="connsiteX5" fmla="*/ 3915151 w 3915151"/>
              <a:gd name="connsiteY5" fmla="*/ 3771393 h 3771393"/>
              <a:gd name="connsiteX6" fmla="*/ 3915151 w 3915151"/>
              <a:gd name="connsiteY6" fmla="*/ 0 h 3771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15151" h="3771393">
                <a:moveTo>
                  <a:pt x="3915151" y="0"/>
                </a:moveTo>
                <a:lnTo>
                  <a:pt x="3491071" y="0"/>
                </a:lnTo>
                <a:lnTo>
                  <a:pt x="3491071" y="3330059"/>
                </a:lnTo>
                <a:lnTo>
                  <a:pt x="0" y="3330059"/>
                </a:lnTo>
                <a:lnTo>
                  <a:pt x="0" y="3771393"/>
                </a:lnTo>
                <a:lnTo>
                  <a:pt x="3915151" y="3771393"/>
                </a:lnTo>
                <a:lnTo>
                  <a:pt x="3915151" y="0"/>
                </a:lnTo>
                <a:close/>
              </a:path>
            </a:pathLst>
          </a:custGeom>
          <a:solidFill>
            <a:schemeClr val="accent1">
              <a:lumMod val="75000"/>
            </a:schemeClr>
          </a:solidFill>
        </p:spPr>
        <p:txBody>
          <a:bodyPr wrap="square">
            <a:noAutofit/>
          </a:bodyPr>
          <a:lstStyle/>
          <a:p>
            <a:endParaRPr lang="zh-CN" altLang="en-US" sz="800"/>
          </a:p>
        </p:txBody>
      </p:sp>
    </p:spTree>
    <p:extLst>
      <p:ext uri="{BB962C8B-B14F-4D97-AF65-F5344CB8AC3E}">
        <p14:creationId xmlns:p14="http://schemas.microsoft.com/office/powerpoint/2010/main" val="3529751628"/>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Title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60400" y="1354136"/>
            <a:ext cx="6045200" cy="3116263"/>
          </a:xfrm>
          <a:prstGeom prst="rect">
            <a:avLst/>
          </a:prstGeom>
        </p:spPr>
        <p:txBody>
          <a:bodyPr lIns="0" tIns="0" rIns="0" bIns="0" anchor="b">
            <a:normAutofit/>
          </a:bodyPr>
          <a:lstStyle>
            <a:lvl1pPr algn="l">
              <a:defRPr sz="5200">
                <a:solidFill>
                  <a:schemeClr val="accent1">
                    <a:lumMod val="75000"/>
                  </a:schemeClr>
                </a:solidFill>
              </a:defRPr>
            </a:lvl1pPr>
          </a:lstStyle>
          <a:p>
            <a:r>
              <a:rPr lang="en-US"/>
              <a:t>Click to edit Master title style</a:t>
            </a:r>
          </a:p>
        </p:txBody>
      </p:sp>
      <p:sp>
        <p:nvSpPr>
          <p:cNvPr id="11" name="Subtitle 2">
            <a:extLst>
              <a:ext uri="{FF2B5EF4-FFF2-40B4-BE49-F238E27FC236}">
                <a16:creationId xmlns:a16="http://schemas.microsoft.com/office/drawing/2014/main" id="{158EC3A8-5CCE-85FA-B884-EEEE2151CC47}"/>
              </a:ext>
            </a:extLst>
          </p:cNvPr>
          <p:cNvSpPr>
            <a:spLocks noGrp="1"/>
          </p:cNvSpPr>
          <p:nvPr>
            <p:ph type="subTitle" idx="1"/>
          </p:nvPr>
        </p:nvSpPr>
        <p:spPr>
          <a:xfrm>
            <a:off x="660399" y="4540249"/>
            <a:ext cx="6042025" cy="1363927"/>
          </a:xfrm>
        </p:spPr>
        <p:txBody>
          <a:bodyPr lIns="0" tIns="0" rIns="0" bIns="0"/>
          <a:lstStyle>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6" name="Text Placeholder 5">
            <a:extLst>
              <a:ext uri="{FF2B5EF4-FFF2-40B4-BE49-F238E27FC236}">
                <a16:creationId xmlns:a16="http://schemas.microsoft.com/office/drawing/2014/main" id="{A1D62EC8-93A3-40EF-101F-50FBD2D5AD32}"/>
              </a:ext>
            </a:extLst>
          </p:cNvPr>
          <p:cNvSpPr>
            <a:spLocks noGrp="1"/>
          </p:cNvSpPr>
          <p:nvPr>
            <p:ph type="body" sz="quarter" idx="26" hasCustomPrompt="1"/>
          </p:nvPr>
        </p:nvSpPr>
        <p:spPr>
          <a:xfrm>
            <a:off x="660400" y="6016625"/>
            <a:ext cx="2127250" cy="266700"/>
          </a:xfrm>
        </p:spPr>
        <p:txBody>
          <a:bodyPr lIns="0" tIns="0" rIns="0" bIns="0">
            <a:noAutofit/>
          </a:bodyPr>
          <a:lstStyle>
            <a:lvl1pPr marL="0" indent="0" algn="l">
              <a:buFontTx/>
              <a:buNone/>
              <a:defRPr sz="1600"/>
            </a:lvl1pPr>
            <a:lvl2pPr>
              <a:defRPr sz="1600"/>
            </a:lvl2pPr>
            <a:lvl3pPr>
              <a:defRPr sz="1600"/>
            </a:lvl3pPr>
            <a:lvl4pPr>
              <a:defRPr sz="1600"/>
            </a:lvl4pPr>
            <a:lvl5pPr>
              <a:defRPr sz="1600"/>
            </a:lvl5pPr>
          </a:lstStyle>
          <a:p>
            <a:pPr algn="l">
              <a:lnSpc>
                <a:spcPct val="120000"/>
              </a:lnSpc>
            </a:pPr>
            <a:r>
              <a:rPr lang="en-US" altLang="zh-CN" sz="1600"/>
              <a:t>Presenter Name</a:t>
            </a:r>
          </a:p>
        </p:txBody>
      </p:sp>
      <p:sp>
        <p:nvSpPr>
          <p:cNvPr id="5" name="Picture Placeholder 6" descr="A desk with a calculator, documents, a smartphone, and a pen holder.">
            <a:extLst>
              <a:ext uri="{FF2B5EF4-FFF2-40B4-BE49-F238E27FC236}">
                <a16:creationId xmlns:a16="http://schemas.microsoft.com/office/drawing/2014/main" id="{A4C2926A-B086-77E7-6749-96E15205D1BD}"/>
              </a:ext>
            </a:extLst>
          </p:cNvPr>
          <p:cNvSpPr>
            <a:spLocks noGrp="1"/>
          </p:cNvSpPr>
          <p:nvPr>
            <p:ph type="pic" sz="quarter" idx="27"/>
          </p:nvPr>
        </p:nvSpPr>
        <p:spPr>
          <a:xfrm>
            <a:off x="6800956" y="1509621"/>
            <a:ext cx="4535049" cy="4535049"/>
          </a:xfrm>
          <a:prstGeom prst="rect">
            <a:avLst/>
          </a:prstGeom>
          <a:noFill/>
        </p:spPr>
        <p:txBody>
          <a:bodyPr wrap="square">
            <a:noAutofit/>
          </a:bodyPr>
          <a:lstStyle/>
          <a:p>
            <a:endParaRPr lang="en-US"/>
          </a:p>
        </p:txBody>
      </p:sp>
      <p:sp>
        <p:nvSpPr>
          <p:cNvPr id="7" name="Date Placeholder 6">
            <a:extLst>
              <a:ext uri="{FF2B5EF4-FFF2-40B4-BE49-F238E27FC236}">
                <a16:creationId xmlns:a16="http://schemas.microsoft.com/office/drawing/2014/main" id="{5F20C734-CA33-6E49-8DC7-58412A53CE97}"/>
              </a:ext>
            </a:extLst>
          </p:cNvPr>
          <p:cNvSpPr>
            <a:spLocks noGrp="1"/>
          </p:cNvSpPr>
          <p:nvPr>
            <p:ph type="dt" sz="half" idx="23"/>
          </p:nvPr>
        </p:nvSpPr>
        <p:spPr/>
        <p:txBody>
          <a:bodyPr/>
          <a:lstStyle/>
          <a:p>
            <a:r>
              <a:rPr lang="en-US" altLang="zh-CN"/>
              <a:t>03/12/2025</a:t>
            </a:r>
          </a:p>
        </p:txBody>
      </p:sp>
      <p:sp>
        <p:nvSpPr>
          <p:cNvPr id="8" name="Footer Placeholder 7">
            <a:extLst>
              <a:ext uri="{FF2B5EF4-FFF2-40B4-BE49-F238E27FC236}">
                <a16:creationId xmlns:a16="http://schemas.microsoft.com/office/drawing/2014/main" id="{8ABAF6CF-C42D-7D83-ED28-050993A06F5A}"/>
              </a:ext>
            </a:extLst>
          </p:cNvPr>
          <p:cNvSpPr>
            <a:spLocks noGrp="1"/>
          </p:cNvSpPr>
          <p:nvPr>
            <p:ph type="ftr" sz="quarter" idx="24"/>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25573787-AD5F-AE86-8867-8BABB73AD9C7}"/>
              </a:ext>
            </a:extLst>
          </p:cNvPr>
          <p:cNvSpPr>
            <a:spLocks noGrp="1"/>
          </p:cNvSpPr>
          <p:nvPr>
            <p:ph type="sldNum" sz="half" idx="25"/>
          </p:nvPr>
        </p:nvSpPr>
        <p:spPr/>
        <p:txBody>
          <a:bodyPr/>
          <a:lstStyle/>
          <a:p>
            <a:fld id="{53642C38-124F-4CC4-99D8-72838B5B5271}" type="slidenum">
              <a:rPr lang="en-US" altLang="zh-CN" smtClean="0"/>
              <a:pPr/>
              <a:t>‹#›</a:t>
            </a:fld>
            <a:endParaRPr lang="en-US" altLang="zh-CN"/>
          </a:p>
        </p:txBody>
      </p:sp>
      <p:sp>
        <p:nvSpPr>
          <p:cNvPr id="3" name="Freeform 3">
            <a:extLst>
              <a:ext uri="{FF2B5EF4-FFF2-40B4-BE49-F238E27FC236}">
                <a16:creationId xmlns:a16="http://schemas.microsoft.com/office/drawing/2014/main" id="{70E59924-35CD-287B-17A2-484E741FBB30}"/>
              </a:ext>
              <a:ext uri="{C183D7F6-B498-43B3-948B-1728B52AA6E4}">
                <adec:decorative xmlns:adec="http://schemas.microsoft.com/office/drawing/2017/decorative" val="1"/>
              </a:ext>
            </a:extLst>
          </p:cNvPr>
          <p:cNvSpPr/>
          <p:nvPr userDrawn="1"/>
        </p:nvSpPr>
        <p:spPr>
          <a:xfrm rot="10800000" flipH="1">
            <a:off x="11762291" y="2278804"/>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4" name="Freeform: Shape 3">
            <a:extLst>
              <a:ext uri="{FF2B5EF4-FFF2-40B4-BE49-F238E27FC236}">
                <a16:creationId xmlns:a16="http://schemas.microsoft.com/office/drawing/2014/main" id="{21CB918F-9B11-F269-BA0F-2847E01A7F70}"/>
              </a:ext>
              <a:ext uri="{C183D7F6-B498-43B3-948B-1728B52AA6E4}">
                <adec:decorative xmlns:adec="http://schemas.microsoft.com/office/drawing/2017/decorative" val="1"/>
              </a:ext>
            </a:extLst>
          </p:cNvPr>
          <p:cNvSpPr/>
          <p:nvPr userDrawn="1"/>
        </p:nvSpPr>
        <p:spPr>
          <a:xfrm>
            <a:off x="7847140" y="2719093"/>
            <a:ext cx="3915151" cy="3771393"/>
          </a:xfrm>
          <a:custGeom>
            <a:avLst/>
            <a:gdLst>
              <a:gd name="connsiteX0" fmla="*/ 3915151 w 3915151"/>
              <a:gd name="connsiteY0" fmla="*/ 0 h 3771393"/>
              <a:gd name="connsiteX1" fmla="*/ 3491071 w 3915151"/>
              <a:gd name="connsiteY1" fmla="*/ 0 h 3771393"/>
              <a:gd name="connsiteX2" fmla="*/ 3491071 w 3915151"/>
              <a:gd name="connsiteY2" fmla="*/ 3330059 h 3771393"/>
              <a:gd name="connsiteX3" fmla="*/ 0 w 3915151"/>
              <a:gd name="connsiteY3" fmla="*/ 3330059 h 3771393"/>
              <a:gd name="connsiteX4" fmla="*/ 0 w 3915151"/>
              <a:gd name="connsiteY4" fmla="*/ 3771393 h 3771393"/>
              <a:gd name="connsiteX5" fmla="*/ 3915151 w 3915151"/>
              <a:gd name="connsiteY5" fmla="*/ 3771393 h 3771393"/>
              <a:gd name="connsiteX6" fmla="*/ 3915151 w 3915151"/>
              <a:gd name="connsiteY6" fmla="*/ 0 h 3771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15151" h="3771393">
                <a:moveTo>
                  <a:pt x="3915151" y="0"/>
                </a:moveTo>
                <a:lnTo>
                  <a:pt x="3491071" y="0"/>
                </a:lnTo>
                <a:lnTo>
                  <a:pt x="3491071" y="3330059"/>
                </a:lnTo>
                <a:lnTo>
                  <a:pt x="0" y="3330059"/>
                </a:lnTo>
                <a:lnTo>
                  <a:pt x="0" y="3771393"/>
                </a:lnTo>
                <a:lnTo>
                  <a:pt x="3915151" y="3771393"/>
                </a:lnTo>
                <a:lnTo>
                  <a:pt x="3915151" y="0"/>
                </a:lnTo>
                <a:close/>
              </a:path>
            </a:pathLst>
          </a:custGeom>
          <a:solidFill>
            <a:schemeClr val="accent1">
              <a:lumMod val="75000"/>
            </a:schemeClr>
          </a:solidFill>
        </p:spPr>
        <p:txBody>
          <a:bodyPr wrap="square">
            <a:noAutofit/>
          </a:bodyPr>
          <a:lstStyle/>
          <a:p>
            <a:endParaRPr lang="zh-CN" altLang="en-US" sz="800"/>
          </a:p>
        </p:txBody>
      </p:sp>
    </p:spTree>
    <p:extLst>
      <p:ext uri="{BB962C8B-B14F-4D97-AF65-F5344CB8AC3E}">
        <p14:creationId xmlns:p14="http://schemas.microsoft.com/office/powerpoint/2010/main" val="394064217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Section Header, Photo 1">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EE91F16-1ECB-03CB-EDBA-67816D5092FE}"/>
              </a:ext>
            </a:extLst>
          </p:cNvPr>
          <p:cNvSpPr>
            <a:spLocks noGrp="1"/>
          </p:cNvSpPr>
          <p:nvPr>
            <p:ph type="title" idx="13"/>
          </p:nvPr>
        </p:nvSpPr>
        <p:spPr>
          <a:xfrm>
            <a:off x="5735344" y="469430"/>
            <a:ext cx="6032576" cy="4393689"/>
          </a:xfrm>
          <a:prstGeom prst="rect">
            <a:avLst/>
          </a:prstGeom>
        </p:spPr>
        <p:txBody>
          <a:bodyPr lIns="0" tIns="0" rIns="0" bIns="0">
            <a:noAutofit/>
          </a:bodyPr>
          <a:lstStyle>
            <a:lvl1pPr>
              <a:defRPr sz="5200">
                <a:solidFill>
                  <a:schemeClr val="accent1">
                    <a:lumMod val="75000"/>
                  </a:schemeClr>
                </a:solidFill>
              </a:defRPr>
            </a:lvl1pPr>
          </a:lstStyle>
          <a:p>
            <a:r>
              <a:rPr lang="en-US"/>
              <a:t>Click to edit Master title style</a:t>
            </a:r>
            <a:endParaRPr lang="en-CN"/>
          </a:p>
        </p:txBody>
      </p:sp>
      <p:sp>
        <p:nvSpPr>
          <p:cNvPr id="2" name="Subtitle 2">
            <a:extLst>
              <a:ext uri="{FF2B5EF4-FFF2-40B4-BE49-F238E27FC236}">
                <a16:creationId xmlns:a16="http://schemas.microsoft.com/office/drawing/2014/main" id="{443790D7-8F49-6362-2C15-0D2A183960B1}"/>
              </a:ext>
            </a:extLst>
          </p:cNvPr>
          <p:cNvSpPr>
            <a:spLocks noGrp="1"/>
          </p:cNvSpPr>
          <p:nvPr>
            <p:ph type="subTitle" idx="1"/>
          </p:nvPr>
        </p:nvSpPr>
        <p:spPr>
          <a:xfrm>
            <a:off x="5735344" y="4923140"/>
            <a:ext cx="6045200" cy="904668"/>
          </a:xfrm>
        </p:spPr>
        <p:txBody>
          <a:bodyPr lIns="0" tIns="0" rIns="0" bIns="0">
            <a:normAutofit/>
          </a:bodyPr>
          <a:lstStyle>
            <a:lvl1pPr marL="0" indent="0" algn="l">
              <a:lnSpc>
                <a:spcPct val="100000"/>
              </a:lnSpc>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15" name="Picture Placeholder 14" descr="A desk with a calculator, documents, a smartphone, and a pen holder.">
            <a:extLst>
              <a:ext uri="{FF2B5EF4-FFF2-40B4-BE49-F238E27FC236}">
                <a16:creationId xmlns:a16="http://schemas.microsoft.com/office/drawing/2014/main" id="{A6C00183-3017-A379-A605-4279744E29C7}"/>
              </a:ext>
            </a:extLst>
          </p:cNvPr>
          <p:cNvSpPr>
            <a:spLocks noGrp="1"/>
          </p:cNvSpPr>
          <p:nvPr>
            <p:ph type="pic" sz="quarter" idx="21"/>
          </p:nvPr>
        </p:nvSpPr>
        <p:spPr>
          <a:xfrm>
            <a:off x="852020" y="872259"/>
            <a:ext cx="4496227" cy="4955549"/>
          </a:xfrm>
          <a:prstGeom prst="rect">
            <a:avLst/>
          </a:prstGeom>
          <a:noFill/>
        </p:spPr>
        <p:txBody>
          <a:bodyPr wrap="square">
            <a:noAutofit/>
          </a:bodyPr>
          <a:lstStyle/>
          <a:p>
            <a:endParaRPr lang="en-US"/>
          </a:p>
        </p:txBody>
      </p:sp>
      <p:sp>
        <p:nvSpPr>
          <p:cNvPr id="6" name="Date Placeholder 5">
            <a:extLst>
              <a:ext uri="{FF2B5EF4-FFF2-40B4-BE49-F238E27FC236}">
                <a16:creationId xmlns:a16="http://schemas.microsoft.com/office/drawing/2014/main" id="{19E70ACA-83CC-8727-D6AB-DC18E3AB6E94}"/>
              </a:ext>
            </a:extLst>
          </p:cNvPr>
          <p:cNvSpPr>
            <a:spLocks noGrp="1"/>
          </p:cNvSpPr>
          <p:nvPr>
            <p:ph type="dt" sz="half" idx="18"/>
          </p:nvPr>
        </p:nvSpPr>
        <p:spPr/>
        <p:txBody>
          <a:bodyPr/>
          <a:lstStyle/>
          <a:p>
            <a:r>
              <a:rPr lang="en-US" altLang="zh-CN"/>
              <a:t>03/12/2025</a:t>
            </a:r>
          </a:p>
        </p:txBody>
      </p:sp>
      <p:sp>
        <p:nvSpPr>
          <p:cNvPr id="12" name="Footer Placeholder 11">
            <a:extLst>
              <a:ext uri="{FF2B5EF4-FFF2-40B4-BE49-F238E27FC236}">
                <a16:creationId xmlns:a16="http://schemas.microsoft.com/office/drawing/2014/main" id="{C2C2D766-F93F-8D73-7081-45ED34B0F001}"/>
              </a:ext>
            </a:extLst>
          </p:cNvPr>
          <p:cNvSpPr>
            <a:spLocks noGrp="1"/>
          </p:cNvSpPr>
          <p:nvPr>
            <p:ph type="ftr" sz="quarter" idx="19"/>
          </p:nvPr>
        </p:nvSpPr>
        <p:spPr/>
        <p:txBody>
          <a:bodyPr/>
          <a:lstStyle/>
          <a:p>
            <a:r>
              <a:rPr lang="en-US" altLang="zh-CN"/>
              <a:t>Sample Footer Text</a:t>
            </a:r>
          </a:p>
        </p:txBody>
      </p:sp>
      <p:sp>
        <p:nvSpPr>
          <p:cNvPr id="14" name="Slide Number Placeholder 13">
            <a:extLst>
              <a:ext uri="{FF2B5EF4-FFF2-40B4-BE49-F238E27FC236}">
                <a16:creationId xmlns:a16="http://schemas.microsoft.com/office/drawing/2014/main" id="{43B436D7-B594-1611-FCBD-E13D78C7330D}"/>
              </a:ext>
            </a:extLst>
          </p:cNvPr>
          <p:cNvSpPr>
            <a:spLocks noGrp="1"/>
          </p:cNvSpPr>
          <p:nvPr>
            <p:ph type="sldNum" sz="half" idx="20"/>
          </p:nvPr>
        </p:nvSpPr>
        <p:spPr/>
        <p:txBody>
          <a:bodyPr/>
          <a:lstStyle/>
          <a:p>
            <a:fld id="{53642C38-124F-4CC4-99D8-72838B5B5271}" type="slidenum">
              <a:rPr lang="en-US" altLang="zh-CN" smtClean="0"/>
              <a:pPr/>
              <a:t>‹#›</a:t>
            </a:fld>
            <a:endParaRPr lang="en-US" altLang="zh-CN"/>
          </a:p>
        </p:txBody>
      </p:sp>
      <p:sp>
        <p:nvSpPr>
          <p:cNvPr id="4" name="Freeform 3">
            <a:extLst>
              <a:ext uri="{FF2B5EF4-FFF2-40B4-BE49-F238E27FC236}">
                <a16:creationId xmlns:a16="http://schemas.microsoft.com/office/drawing/2014/main" id="{418DA9E6-714B-8B49-FC71-2A3686BA51EC}"/>
              </a:ext>
              <a:ext uri="{C183D7F6-B498-43B3-948B-1728B52AA6E4}">
                <adec:decorative xmlns:adec="http://schemas.microsoft.com/office/drawing/2017/decorative" val="1"/>
              </a:ext>
            </a:extLst>
          </p:cNvPr>
          <p:cNvSpPr/>
          <p:nvPr userDrawn="1"/>
        </p:nvSpPr>
        <p:spPr>
          <a:xfrm rot="10800000" flipV="1">
            <a:off x="0" y="4219388"/>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5" name="Freeform: Shape 4">
            <a:extLst>
              <a:ext uri="{FF2B5EF4-FFF2-40B4-BE49-F238E27FC236}">
                <a16:creationId xmlns:a16="http://schemas.microsoft.com/office/drawing/2014/main" id="{B4DACD4B-FDF2-BE97-FE71-B6B203433707}"/>
              </a:ext>
              <a:ext uri="{C183D7F6-B498-43B3-948B-1728B52AA6E4}">
                <adec:decorative xmlns:adec="http://schemas.microsoft.com/office/drawing/2017/decorative" val="1"/>
              </a:ext>
            </a:extLst>
          </p:cNvPr>
          <p:cNvSpPr/>
          <p:nvPr userDrawn="1"/>
        </p:nvSpPr>
        <p:spPr>
          <a:xfrm flipH="1" flipV="1">
            <a:off x="429709" y="433710"/>
            <a:ext cx="3915151" cy="3771393"/>
          </a:xfrm>
          <a:custGeom>
            <a:avLst/>
            <a:gdLst>
              <a:gd name="connsiteX0" fmla="*/ 3915151 w 3915151"/>
              <a:gd name="connsiteY0" fmla="*/ 0 h 3771393"/>
              <a:gd name="connsiteX1" fmla="*/ 3491071 w 3915151"/>
              <a:gd name="connsiteY1" fmla="*/ 0 h 3771393"/>
              <a:gd name="connsiteX2" fmla="*/ 3491071 w 3915151"/>
              <a:gd name="connsiteY2" fmla="*/ 3330059 h 3771393"/>
              <a:gd name="connsiteX3" fmla="*/ 0 w 3915151"/>
              <a:gd name="connsiteY3" fmla="*/ 3330059 h 3771393"/>
              <a:gd name="connsiteX4" fmla="*/ 0 w 3915151"/>
              <a:gd name="connsiteY4" fmla="*/ 3771393 h 3771393"/>
              <a:gd name="connsiteX5" fmla="*/ 3915151 w 3915151"/>
              <a:gd name="connsiteY5" fmla="*/ 3771393 h 3771393"/>
              <a:gd name="connsiteX6" fmla="*/ 3915151 w 3915151"/>
              <a:gd name="connsiteY6" fmla="*/ 0 h 3771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15151" h="3771393">
                <a:moveTo>
                  <a:pt x="3915151" y="0"/>
                </a:moveTo>
                <a:lnTo>
                  <a:pt x="3491071" y="0"/>
                </a:lnTo>
                <a:lnTo>
                  <a:pt x="3491071" y="3330059"/>
                </a:lnTo>
                <a:lnTo>
                  <a:pt x="0" y="3330059"/>
                </a:lnTo>
                <a:lnTo>
                  <a:pt x="0" y="3771393"/>
                </a:lnTo>
                <a:lnTo>
                  <a:pt x="3915151" y="3771393"/>
                </a:lnTo>
                <a:lnTo>
                  <a:pt x="3915151" y="0"/>
                </a:lnTo>
                <a:close/>
              </a:path>
            </a:pathLst>
          </a:custGeom>
          <a:solidFill>
            <a:schemeClr val="accent1">
              <a:lumMod val="75000"/>
            </a:schemeClr>
          </a:solidFill>
        </p:spPr>
        <p:txBody>
          <a:bodyPr wrap="square">
            <a:noAutofit/>
          </a:bodyPr>
          <a:lstStyle/>
          <a:p>
            <a:endParaRPr lang="zh-CN" altLang="en-US" sz="800"/>
          </a:p>
        </p:txBody>
      </p:sp>
      <p:sp>
        <p:nvSpPr>
          <p:cNvPr id="13" name="Freeform 16">
            <a:extLst>
              <a:ext uri="{FF2B5EF4-FFF2-40B4-BE49-F238E27FC236}">
                <a16:creationId xmlns:a16="http://schemas.microsoft.com/office/drawing/2014/main" id="{2B5D3330-70C1-37CF-8D22-BAF459ADFE56}"/>
              </a:ext>
              <a:ext uri="{C183D7F6-B498-43B3-948B-1728B52AA6E4}">
                <adec:decorative xmlns:adec="http://schemas.microsoft.com/office/drawing/2017/decorative" val="1"/>
              </a:ext>
            </a:extLst>
          </p:cNvPr>
          <p:cNvSpPr/>
          <p:nvPr userDrawn="1"/>
        </p:nvSpPr>
        <p:spPr>
          <a:xfrm>
            <a:off x="3898256" y="433710"/>
            <a:ext cx="440975" cy="43855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350600078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Section Header, Photo 2">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EE91F16-1ECB-03CB-EDBA-67816D5092FE}"/>
              </a:ext>
            </a:extLst>
          </p:cNvPr>
          <p:cNvSpPr>
            <a:spLocks noGrp="1"/>
          </p:cNvSpPr>
          <p:nvPr>
            <p:ph type="title" idx="13"/>
          </p:nvPr>
        </p:nvSpPr>
        <p:spPr>
          <a:xfrm>
            <a:off x="656600" y="478859"/>
            <a:ext cx="5780382" cy="4393689"/>
          </a:xfrm>
          <a:prstGeom prst="rect">
            <a:avLst/>
          </a:prstGeom>
        </p:spPr>
        <p:txBody>
          <a:bodyPr lIns="0" tIns="0" rIns="0" bIns="0">
            <a:noAutofit/>
          </a:bodyPr>
          <a:lstStyle>
            <a:lvl1pPr>
              <a:defRPr sz="5200">
                <a:solidFill>
                  <a:schemeClr val="accent1">
                    <a:lumMod val="75000"/>
                  </a:schemeClr>
                </a:solidFill>
              </a:defRPr>
            </a:lvl1pPr>
          </a:lstStyle>
          <a:p>
            <a:r>
              <a:rPr lang="en-US"/>
              <a:t>Click to edit Master title style</a:t>
            </a:r>
            <a:endParaRPr lang="en-CN"/>
          </a:p>
        </p:txBody>
      </p:sp>
      <p:sp>
        <p:nvSpPr>
          <p:cNvPr id="8" name="Subtitle 2">
            <a:extLst>
              <a:ext uri="{FF2B5EF4-FFF2-40B4-BE49-F238E27FC236}">
                <a16:creationId xmlns:a16="http://schemas.microsoft.com/office/drawing/2014/main" id="{AA4A035C-5A23-A717-776A-3A8312AAEFF3}"/>
              </a:ext>
            </a:extLst>
          </p:cNvPr>
          <p:cNvSpPr>
            <a:spLocks noGrp="1"/>
          </p:cNvSpPr>
          <p:nvPr>
            <p:ph type="subTitle" idx="1"/>
          </p:nvPr>
        </p:nvSpPr>
        <p:spPr>
          <a:xfrm>
            <a:off x="660400" y="4940300"/>
            <a:ext cx="5776582" cy="1017588"/>
          </a:xfrm>
        </p:spPr>
        <p:txBody>
          <a:bodyPr lIns="0" tIns="0" rIns="0" bIns="0">
            <a:normAutofit/>
          </a:bodyPr>
          <a:lstStyle>
            <a:lvl1pPr marL="0" indent="0" algn="l">
              <a:buFontTx/>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 name="Picture Placeholder 14" descr="A desk with a calculator, documents, a smartphone, and a pen holder.">
            <a:extLst>
              <a:ext uri="{FF2B5EF4-FFF2-40B4-BE49-F238E27FC236}">
                <a16:creationId xmlns:a16="http://schemas.microsoft.com/office/drawing/2014/main" id="{7941C6F0-1082-A975-460C-150A11F578AF}"/>
              </a:ext>
            </a:extLst>
          </p:cNvPr>
          <p:cNvSpPr>
            <a:spLocks noGrp="1"/>
          </p:cNvSpPr>
          <p:nvPr>
            <p:ph type="pic" sz="quarter" idx="22"/>
          </p:nvPr>
        </p:nvSpPr>
        <p:spPr>
          <a:xfrm flipH="1">
            <a:off x="6632810" y="858935"/>
            <a:ext cx="4737811" cy="4968533"/>
          </a:xfrm>
          <a:prstGeom prst="rect">
            <a:avLst/>
          </a:prstGeom>
          <a:noFill/>
        </p:spPr>
        <p:txBody>
          <a:bodyPr wrap="square">
            <a:noAutofit/>
          </a:bodyPr>
          <a:lstStyle/>
          <a:p>
            <a:endParaRPr lang="en-US"/>
          </a:p>
        </p:txBody>
      </p:sp>
      <p:sp>
        <p:nvSpPr>
          <p:cNvPr id="6" name="Date Placeholder 5">
            <a:extLst>
              <a:ext uri="{FF2B5EF4-FFF2-40B4-BE49-F238E27FC236}">
                <a16:creationId xmlns:a16="http://schemas.microsoft.com/office/drawing/2014/main" id="{19E70ACA-83CC-8727-D6AB-DC18E3AB6E94}"/>
              </a:ext>
            </a:extLst>
          </p:cNvPr>
          <p:cNvSpPr>
            <a:spLocks noGrp="1"/>
          </p:cNvSpPr>
          <p:nvPr>
            <p:ph type="dt" sz="half" idx="18"/>
          </p:nvPr>
        </p:nvSpPr>
        <p:spPr/>
        <p:txBody>
          <a:bodyPr/>
          <a:lstStyle/>
          <a:p>
            <a:r>
              <a:rPr lang="en-US" altLang="zh-CN"/>
              <a:t>03/12/2025</a:t>
            </a:r>
          </a:p>
        </p:txBody>
      </p:sp>
      <p:sp>
        <p:nvSpPr>
          <p:cNvPr id="12" name="Footer Placeholder 11">
            <a:extLst>
              <a:ext uri="{FF2B5EF4-FFF2-40B4-BE49-F238E27FC236}">
                <a16:creationId xmlns:a16="http://schemas.microsoft.com/office/drawing/2014/main" id="{C2C2D766-F93F-8D73-7081-45ED34B0F001}"/>
              </a:ext>
            </a:extLst>
          </p:cNvPr>
          <p:cNvSpPr>
            <a:spLocks noGrp="1"/>
          </p:cNvSpPr>
          <p:nvPr>
            <p:ph type="ftr" sz="quarter" idx="19"/>
          </p:nvPr>
        </p:nvSpPr>
        <p:spPr/>
        <p:txBody>
          <a:bodyPr/>
          <a:lstStyle/>
          <a:p>
            <a:r>
              <a:rPr lang="en-US" altLang="zh-CN"/>
              <a:t>Sample Footer Text</a:t>
            </a:r>
          </a:p>
        </p:txBody>
      </p:sp>
      <p:sp>
        <p:nvSpPr>
          <p:cNvPr id="14" name="Slide Number Placeholder 13">
            <a:extLst>
              <a:ext uri="{FF2B5EF4-FFF2-40B4-BE49-F238E27FC236}">
                <a16:creationId xmlns:a16="http://schemas.microsoft.com/office/drawing/2014/main" id="{43B436D7-B594-1611-FCBD-E13D78C7330D}"/>
              </a:ext>
            </a:extLst>
          </p:cNvPr>
          <p:cNvSpPr>
            <a:spLocks noGrp="1"/>
          </p:cNvSpPr>
          <p:nvPr>
            <p:ph type="sldNum" sz="half" idx="20"/>
          </p:nvPr>
        </p:nvSpPr>
        <p:spPr/>
        <p:txBody>
          <a:bodyPr/>
          <a:lstStyle/>
          <a:p>
            <a:fld id="{53642C38-124F-4CC4-99D8-72838B5B5271}" type="slidenum">
              <a:rPr lang="en-US" altLang="zh-CN" smtClean="0"/>
              <a:pPr/>
              <a:t>‹#›</a:t>
            </a:fld>
            <a:endParaRPr lang="en-US" altLang="zh-CN"/>
          </a:p>
        </p:txBody>
      </p:sp>
      <p:sp>
        <p:nvSpPr>
          <p:cNvPr id="4" name="Freeform 3">
            <a:extLst>
              <a:ext uri="{FF2B5EF4-FFF2-40B4-BE49-F238E27FC236}">
                <a16:creationId xmlns:a16="http://schemas.microsoft.com/office/drawing/2014/main" id="{C4FBD0B6-3F8E-9BE9-5706-64F2B4624886}"/>
              </a:ext>
              <a:ext uri="{C183D7F6-B498-43B3-948B-1728B52AA6E4}">
                <adec:decorative xmlns:adec="http://schemas.microsoft.com/office/drawing/2017/decorative" val="1"/>
              </a:ext>
            </a:extLst>
          </p:cNvPr>
          <p:cNvSpPr/>
          <p:nvPr userDrawn="1"/>
        </p:nvSpPr>
        <p:spPr>
          <a:xfrm rot="10800000" flipH="1" flipV="1">
            <a:off x="11762291" y="4219388"/>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7" name="Freeform: Shape 6">
            <a:extLst>
              <a:ext uri="{FF2B5EF4-FFF2-40B4-BE49-F238E27FC236}">
                <a16:creationId xmlns:a16="http://schemas.microsoft.com/office/drawing/2014/main" id="{2AF9602F-7F10-CD5B-8E33-183ECE8F5E1E}"/>
              </a:ext>
              <a:ext uri="{C183D7F6-B498-43B3-948B-1728B52AA6E4}">
                <adec:decorative xmlns:adec="http://schemas.microsoft.com/office/drawing/2017/decorative" val="1"/>
              </a:ext>
            </a:extLst>
          </p:cNvPr>
          <p:cNvSpPr/>
          <p:nvPr userDrawn="1"/>
        </p:nvSpPr>
        <p:spPr>
          <a:xfrm flipV="1">
            <a:off x="7847140" y="433710"/>
            <a:ext cx="3915151" cy="3771393"/>
          </a:xfrm>
          <a:custGeom>
            <a:avLst/>
            <a:gdLst>
              <a:gd name="connsiteX0" fmla="*/ 3915151 w 3915151"/>
              <a:gd name="connsiteY0" fmla="*/ 0 h 3771393"/>
              <a:gd name="connsiteX1" fmla="*/ 3491071 w 3915151"/>
              <a:gd name="connsiteY1" fmla="*/ 0 h 3771393"/>
              <a:gd name="connsiteX2" fmla="*/ 3491071 w 3915151"/>
              <a:gd name="connsiteY2" fmla="*/ 3330059 h 3771393"/>
              <a:gd name="connsiteX3" fmla="*/ 0 w 3915151"/>
              <a:gd name="connsiteY3" fmla="*/ 3330059 h 3771393"/>
              <a:gd name="connsiteX4" fmla="*/ 0 w 3915151"/>
              <a:gd name="connsiteY4" fmla="*/ 3771393 h 3771393"/>
              <a:gd name="connsiteX5" fmla="*/ 3915151 w 3915151"/>
              <a:gd name="connsiteY5" fmla="*/ 3771393 h 3771393"/>
              <a:gd name="connsiteX6" fmla="*/ 3915151 w 3915151"/>
              <a:gd name="connsiteY6" fmla="*/ 0 h 3771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15151" h="3771393">
                <a:moveTo>
                  <a:pt x="3915151" y="0"/>
                </a:moveTo>
                <a:lnTo>
                  <a:pt x="3491071" y="0"/>
                </a:lnTo>
                <a:lnTo>
                  <a:pt x="3491071" y="3330059"/>
                </a:lnTo>
                <a:lnTo>
                  <a:pt x="0" y="3330059"/>
                </a:lnTo>
                <a:lnTo>
                  <a:pt x="0" y="3771393"/>
                </a:lnTo>
                <a:lnTo>
                  <a:pt x="3915151" y="3771393"/>
                </a:lnTo>
                <a:lnTo>
                  <a:pt x="3915151" y="0"/>
                </a:lnTo>
                <a:close/>
              </a:path>
            </a:pathLst>
          </a:custGeom>
          <a:solidFill>
            <a:schemeClr val="accent1">
              <a:lumMod val="75000"/>
            </a:schemeClr>
          </a:solidFill>
        </p:spPr>
        <p:txBody>
          <a:bodyPr wrap="square">
            <a:noAutofit/>
          </a:bodyPr>
          <a:lstStyle/>
          <a:p>
            <a:endParaRPr lang="zh-CN" altLang="en-US" sz="800"/>
          </a:p>
        </p:txBody>
      </p:sp>
      <p:sp>
        <p:nvSpPr>
          <p:cNvPr id="11" name="Freeform 16">
            <a:extLst>
              <a:ext uri="{FF2B5EF4-FFF2-40B4-BE49-F238E27FC236}">
                <a16:creationId xmlns:a16="http://schemas.microsoft.com/office/drawing/2014/main" id="{19D0C73D-F93A-5A6B-5C89-EC8FC5CA91CB}"/>
              </a:ext>
              <a:ext uri="{C183D7F6-B498-43B3-948B-1728B52AA6E4}">
                <adec:decorative xmlns:adec="http://schemas.microsoft.com/office/drawing/2017/decorative" val="1"/>
              </a:ext>
            </a:extLst>
          </p:cNvPr>
          <p:cNvSpPr/>
          <p:nvPr userDrawn="1"/>
        </p:nvSpPr>
        <p:spPr>
          <a:xfrm flipH="1">
            <a:off x="7852769" y="433710"/>
            <a:ext cx="440975" cy="43855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35404211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Section Header 1">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EE91F16-1ECB-03CB-EDBA-67816D5092FE}"/>
              </a:ext>
            </a:extLst>
          </p:cNvPr>
          <p:cNvSpPr>
            <a:spLocks noGrp="1"/>
          </p:cNvSpPr>
          <p:nvPr>
            <p:ph type="title" idx="13"/>
          </p:nvPr>
        </p:nvSpPr>
        <p:spPr>
          <a:xfrm>
            <a:off x="3686476" y="2077397"/>
            <a:ext cx="7168298" cy="2031369"/>
          </a:xfrm>
          <a:prstGeom prst="rect">
            <a:avLst/>
          </a:prstGeom>
        </p:spPr>
        <p:txBody>
          <a:bodyPr lIns="0" tIns="0" rIns="0" bIns="0">
            <a:noAutofit/>
          </a:bodyPr>
          <a:lstStyle>
            <a:lvl1pPr algn="l">
              <a:defRPr sz="5200">
                <a:solidFill>
                  <a:schemeClr val="accent1">
                    <a:lumMod val="75000"/>
                  </a:schemeClr>
                </a:solidFill>
              </a:defRPr>
            </a:lvl1pPr>
          </a:lstStyle>
          <a:p>
            <a:r>
              <a:rPr lang="en-US"/>
              <a:t>Click to edit Master title style</a:t>
            </a:r>
            <a:endParaRPr lang="en-CN"/>
          </a:p>
        </p:txBody>
      </p:sp>
      <p:sp>
        <p:nvSpPr>
          <p:cNvPr id="5" name="Subtitle 2">
            <a:extLst>
              <a:ext uri="{FF2B5EF4-FFF2-40B4-BE49-F238E27FC236}">
                <a16:creationId xmlns:a16="http://schemas.microsoft.com/office/drawing/2014/main" id="{49D347E0-792A-5E80-87D0-12F035F27048}"/>
              </a:ext>
            </a:extLst>
          </p:cNvPr>
          <p:cNvSpPr>
            <a:spLocks noGrp="1"/>
          </p:cNvSpPr>
          <p:nvPr>
            <p:ph type="subTitle" idx="1"/>
          </p:nvPr>
        </p:nvSpPr>
        <p:spPr>
          <a:xfrm>
            <a:off x="3686474" y="4237195"/>
            <a:ext cx="7168299" cy="1017588"/>
          </a:xfrm>
        </p:spPr>
        <p:txBody>
          <a:bodyPr lIns="0" tIns="0" rIns="0" bIns="0">
            <a:normAutofit/>
          </a:bodyPr>
          <a:lstStyle>
            <a:lvl1pPr marL="0" indent="0" algn="l">
              <a:buFontTx/>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N"/>
          </a:p>
        </p:txBody>
      </p:sp>
      <p:sp>
        <p:nvSpPr>
          <p:cNvPr id="6" name="Date Placeholder 5">
            <a:extLst>
              <a:ext uri="{FF2B5EF4-FFF2-40B4-BE49-F238E27FC236}">
                <a16:creationId xmlns:a16="http://schemas.microsoft.com/office/drawing/2014/main" id="{19E70ACA-83CC-8727-D6AB-DC18E3AB6E94}"/>
              </a:ext>
            </a:extLst>
          </p:cNvPr>
          <p:cNvSpPr>
            <a:spLocks noGrp="1"/>
          </p:cNvSpPr>
          <p:nvPr>
            <p:ph type="dt" sz="half" idx="18"/>
          </p:nvPr>
        </p:nvSpPr>
        <p:spPr/>
        <p:txBody>
          <a:bodyPr/>
          <a:lstStyle>
            <a:lvl1pPr>
              <a:defRPr>
                <a:solidFill>
                  <a:schemeClr val="bg1"/>
                </a:solidFill>
              </a:defRPr>
            </a:lvl1pPr>
          </a:lstStyle>
          <a:p>
            <a:r>
              <a:rPr lang="en-US" altLang="zh-CN"/>
              <a:t>03/12/2025</a:t>
            </a:r>
          </a:p>
        </p:txBody>
      </p:sp>
      <p:sp>
        <p:nvSpPr>
          <p:cNvPr id="12" name="Footer Placeholder 11">
            <a:extLst>
              <a:ext uri="{FF2B5EF4-FFF2-40B4-BE49-F238E27FC236}">
                <a16:creationId xmlns:a16="http://schemas.microsoft.com/office/drawing/2014/main" id="{C2C2D766-F93F-8D73-7081-45ED34B0F001}"/>
              </a:ext>
            </a:extLst>
          </p:cNvPr>
          <p:cNvSpPr>
            <a:spLocks noGrp="1"/>
          </p:cNvSpPr>
          <p:nvPr>
            <p:ph type="ftr" sz="quarter" idx="19"/>
          </p:nvPr>
        </p:nvSpPr>
        <p:spPr/>
        <p:txBody>
          <a:bodyPr/>
          <a:lstStyle/>
          <a:p>
            <a:r>
              <a:rPr lang="en-US" altLang="zh-CN"/>
              <a:t>Sample Footer Text</a:t>
            </a:r>
          </a:p>
        </p:txBody>
      </p:sp>
      <p:sp>
        <p:nvSpPr>
          <p:cNvPr id="14" name="Slide Number Placeholder 13">
            <a:extLst>
              <a:ext uri="{FF2B5EF4-FFF2-40B4-BE49-F238E27FC236}">
                <a16:creationId xmlns:a16="http://schemas.microsoft.com/office/drawing/2014/main" id="{43B436D7-B594-1611-FCBD-E13D78C7330D}"/>
              </a:ext>
            </a:extLst>
          </p:cNvPr>
          <p:cNvSpPr>
            <a:spLocks noGrp="1"/>
          </p:cNvSpPr>
          <p:nvPr>
            <p:ph type="sldNum" sz="half" idx="20"/>
          </p:nvPr>
        </p:nvSpPr>
        <p:spPr/>
        <p:txBody>
          <a:bodyPr/>
          <a:lstStyle/>
          <a:p>
            <a:fld id="{53642C38-124F-4CC4-99D8-72838B5B5271}" type="slidenum">
              <a:rPr lang="en-US" altLang="zh-CN" smtClean="0"/>
              <a:pPr/>
              <a:t>‹#›</a:t>
            </a:fld>
            <a:endParaRPr lang="en-US" altLang="zh-CN"/>
          </a:p>
        </p:txBody>
      </p:sp>
      <p:sp>
        <p:nvSpPr>
          <p:cNvPr id="9" name="Freeform 3">
            <a:extLst>
              <a:ext uri="{FF2B5EF4-FFF2-40B4-BE49-F238E27FC236}">
                <a16:creationId xmlns:a16="http://schemas.microsoft.com/office/drawing/2014/main" id="{13BD3B82-4EEE-63B8-0322-AD8AD67EEAD7}"/>
              </a:ext>
              <a:ext uri="{C183D7F6-B498-43B3-948B-1728B52AA6E4}">
                <adec:decorative xmlns:adec="http://schemas.microsoft.com/office/drawing/2017/decorative" val="1"/>
              </a:ext>
            </a:extLst>
          </p:cNvPr>
          <p:cNvSpPr/>
          <p:nvPr userDrawn="1"/>
        </p:nvSpPr>
        <p:spPr>
          <a:xfrm>
            <a:off x="-1" y="0"/>
            <a:ext cx="2310063" cy="6858000"/>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11" name="Freeform 16">
            <a:extLst>
              <a:ext uri="{FF2B5EF4-FFF2-40B4-BE49-F238E27FC236}">
                <a16:creationId xmlns:a16="http://schemas.microsoft.com/office/drawing/2014/main" id="{6BC6B37B-E720-B522-1D01-8ED48EF9CE91}"/>
              </a:ext>
              <a:ext uri="{C183D7F6-B498-43B3-948B-1728B52AA6E4}">
                <adec:decorative xmlns:adec="http://schemas.microsoft.com/office/drawing/2017/decorative" val="1"/>
              </a:ext>
            </a:extLst>
          </p:cNvPr>
          <p:cNvSpPr/>
          <p:nvPr userDrawn="1"/>
        </p:nvSpPr>
        <p:spPr>
          <a:xfrm>
            <a:off x="420196" y="426432"/>
            <a:ext cx="420196" cy="427049"/>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13" name="Freeform 16">
            <a:extLst>
              <a:ext uri="{FF2B5EF4-FFF2-40B4-BE49-F238E27FC236}">
                <a16:creationId xmlns:a16="http://schemas.microsoft.com/office/drawing/2014/main" id="{2B5D3330-70C1-37CF-8D22-BAF459ADFE56}"/>
              </a:ext>
              <a:ext uri="{C183D7F6-B498-43B3-948B-1728B52AA6E4}">
                <adec:decorative xmlns:adec="http://schemas.microsoft.com/office/drawing/2017/decorative" val="1"/>
              </a:ext>
            </a:extLst>
          </p:cNvPr>
          <p:cNvSpPr/>
          <p:nvPr userDrawn="1"/>
        </p:nvSpPr>
        <p:spPr>
          <a:xfrm>
            <a:off x="0" y="0"/>
            <a:ext cx="420196" cy="427049"/>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7" name="Freeform 16">
            <a:extLst>
              <a:ext uri="{FF2B5EF4-FFF2-40B4-BE49-F238E27FC236}">
                <a16:creationId xmlns:a16="http://schemas.microsoft.com/office/drawing/2014/main" id="{F1805FA6-8298-F291-CE24-576994C4B3E4}"/>
              </a:ext>
              <a:ext uri="{C183D7F6-B498-43B3-948B-1728B52AA6E4}">
                <adec:decorative xmlns:adec="http://schemas.microsoft.com/office/drawing/2017/decorative" val="1"/>
              </a:ext>
            </a:extLst>
          </p:cNvPr>
          <p:cNvSpPr/>
          <p:nvPr userDrawn="1"/>
        </p:nvSpPr>
        <p:spPr>
          <a:xfrm>
            <a:off x="2310062" y="6430951"/>
            <a:ext cx="420196" cy="427049"/>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15" name="Freeform 16">
            <a:extLst>
              <a:ext uri="{FF2B5EF4-FFF2-40B4-BE49-F238E27FC236}">
                <a16:creationId xmlns:a16="http://schemas.microsoft.com/office/drawing/2014/main" id="{26625098-E177-27B9-FFD9-614B8B574FDC}"/>
              </a:ext>
              <a:ext uri="{C183D7F6-B498-43B3-948B-1728B52AA6E4}">
                <adec:decorative xmlns:adec="http://schemas.microsoft.com/office/drawing/2017/decorative" val="1"/>
              </a:ext>
            </a:extLst>
          </p:cNvPr>
          <p:cNvSpPr/>
          <p:nvPr userDrawn="1"/>
        </p:nvSpPr>
        <p:spPr>
          <a:xfrm>
            <a:off x="1889866" y="6430951"/>
            <a:ext cx="420196" cy="427049"/>
          </a:xfrm>
          <a:custGeom>
            <a:avLst/>
            <a:gdLst/>
            <a:ahLst/>
            <a:cxnLst/>
            <a:rect l="l" t="t" r="r" b="b"/>
            <a:pathLst>
              <a:path w="646107" h="656644">
                <a:moveTo>
                  <a:pt x="0" y="0"/>
                </a:moveTo>
                <a:lnTo>
                  <a:pt x="646107" y="0"/>
                </a:lnTo>
                <a:lnTo>
                  <a:pt x="646107" y="656644"/>
                </a:lnTo>
                <a:lnTo>
                  <a:pt x="0" y="656644"/>
                </a:lnTo>
                <a:close/>
              </a:path>
            </a:pathLst>
          </a:custGeom>
          <a:solidFill>
            <a:schemeClr val="bg1"/>
          </a:solidFill>
        </p:spPr>
        <p:txBody>
          <a:bodyPr/>
          <a:lstStyle/>
          <a:p>
            <a:endParaRPr lang="zh-CN" altLang="en-US" sz="800"/>
          </a:p>
        </p:txBody>
      </p:sp>
    </p:spTree>
    <p:extLst>
      <p:ext uri="{BB962C8B-B14F-4D97-AF65-F5344CB8AC3E}">
        <p14:creationId xmlns:p14="http://schemas.microsoft.com/office/powerpoint/2010/main" val="4546614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Agenda, 5 item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56823" y="1231969"/>
            <a:ext cx="3200827" cy="4711631"/>
          </a:xfrm>
          <a:prstGeom prst="rect">
            <a:avLst/>
          </a:prstGeom>
        </p:spPr>
        <p:txBody>
          <a:bodyPr lIns="0" tIns="0" rIns="0" bIns="0" anchor="ctr">
            <a:normAutofit/>
          </a:bodyPr>
          <a:lstStyle>
            <a:lvl1pPr algn="ctr">
              <a:defRPr sz="3600">
                <a:solidFill>
                  <a:schemeClr val="accent1">
                    <a:lumMod val="75000"/>
                  </a:schemeClr>
                </a:solidFill>
              </a:defRPr>
            </a:lvl1pPr>
          </a:lstStyle>
          <a:p>
            <a:r>
              <a:rPr lang="en-US"/>
              <a:t>Click to edit Master title style</a:t>
            </a:r>
          </a:p>
        </p:txBody>
      </p:sp>
      <p:sp>
        <p:nvSpPr>
          <p:cNvPr id="46" name="Text Placeholder 45">
            <a:extLst>
              <a:ext uri="{FF2B5EF4-FFF2-40B4-BE49-F238E27FC236}">
                <a16:creationId xmlns:a16="http://schemas.microsoft.com/office/drawing/2014/main" id="{48B0F28F-0C6C-C34B-89FA-14F172472B22}"/>
              </a:ext>
            </a:extLst>
          </p:cNvPr>
          <p:cNvSpPr>
            <a:spLocks noGrp="1"/>
          </p:cNvSpPr>
          <p:nvPr>
            <p:ph type="body" sz="quarter" idx="31" hasCustomPrompt="1"/>
          </p:nvPr>
        </p:nvSpPr>
        <p:spPr>
          <a:xfrm>
            <a:off x="4722023" y="1671090"/>
            <a:ext cx="579438" cy="559779"/>
          </a:xfrm>
        </p:spPr>
        <p:txBody>
          <a:bodyPr lIns="0" tIns="0" rIns="0" bIns="0" anchor="b"/>
          <a:lstStyle>
            <a:lvl1pPr marL="0" indent="0" algn="ctr">
              <a:buNone/>
              <a:defRPr>
                <a:solidFill>
                  <a:schemeClr val="accent1">
                    <a:lumMod val="75000"/>
                  </a:schemeClr>
                </a:solidFill>
              </a:defRPr>
            </a:lvl1pPr>
          </a:lstStyle>
          <a:p>
            <a:pPr lvl="0"/>
            <a:r>
              <a:rPr lang="en-US"/>
              <a:t>01</a:t>
            </a:r>
          </a:p>
        </p:txBody>
      </p:sp>
      <p:sp>
        <p:nvSpPr>
          <p:cNvPr id="18" name="Text Placeholder 2">
            <a:extLst>
              <a:ext uri="{FF2B5EF4-FFF2-40B4-BE49-F238E27FC236}">
                <a16:creationId xmlns:a16="http://schemas.microsoft.com/office/drawing/2014/main" id="{940AE24D-CA4C-6015-CE13-8F5F9A3F807C}"/>
              </a:ext>
            </a:extLst>
          </p:cNvPr>
          <p:cNvSpPr>
            <a:spLocks noGrp="1"/>
          </p:cNvSpPr>
          <p:nvPr>
            <p:ph type="body" idx="1" hasCustomPrompt="1"/>
          </p:nvPr>
        </p:nvSpPr>
        <p:spPr>
          <a:xfrm>
            <a:off x="5461547" y="1677447"/>
            <a:ext cx="5123901" cy="553422"/>
          </a:xfrm>
        </p:spPr>
        <p:txBody>
          <a:bodyPr lIns="0" tIns="0" rIns="0" bIns="0" anchor="b">
            <a:normAutofit/>
          </a:bodyPr>
          <a:lstStyle>
            <a:lvl1pPr marL="0" indent="0">
              <a:lnSpc>
                <a:spcPct val="90000"/>
              </a:lnSpc>
              <a:buNone/>
              <a:defRPr sz="1800" b="1" cap="none"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7" name="Text Placeholder 45">
            <a:extLst>
              <a:ext uri="{FF2B5EF4-FFF2-40B4-BE49-F238E27FC236}">
                <a16:creationId xmlns:a16="http://schemas.microsoft.com/office/drawing/2014/main" id="{FF2249B5-E3EF-2A61-DA34-6F638565C4B1}"/>
              </a:ext>
            </a:extLst>
          </p:cNvPr>
          <p:cNvSpPr>
            <a:spLocks noGrp="1"/>
          </p:cNvSpPr>
          <p:nvPr>
            <p:ph type="body" sz="quarter" idx="32" hasCustomPrompt="1"/>
          </p:nvPr>
        </p:nvSpPr>
        <p:spPr>
          <a:xfrm>
            <a:off x="4722023" y="2424339"/>
            <a:ext cx="579438" cy="559779"/>
          </a:xfrm>
        </p:spPr>
        <p:txBody>
          <a:bodyPr lIns="0" tIns="0" rIns="0" bIns="0" anchor="b"/>
          <a:lstStyle>
            <a:lvl1pPr marL="0" indent="0" algn="ctr">
              <a:buNone/>
              <a:defRPr>
                <a:solidFill>
                  <a:schemeClr val="accent1">
                    <a:lumMod val="75000"/>
                  </a:schemeClr>
                </a:solidFill>
              </a:defRPr>
            </a:lvl1pPr>
          </a:lstStyle>
          <a:p>
            <a:pPr lvl="0"/>
            <a:r>
              <a:rPr lang="en-US"/>
              <a:t>02</a:t>
            </a:r>
          </a:p>
        </p:txBody>
      </p:sp>
      <p:sp>
        <p:nvSpPr>
          <p:cNvPr id="20" name="Text Placeholder 2">
            <a:extLst>
              <a:ext uri="{FF2B5EF4-FFF2-40B4-BE49-F238E27FC236}">
                <a16:creationId xmlns:a16="http://schemas.microsoft.com/office/drawing/2014/main" id="{B27FB7B6-1333-FBCB-1F39-EFF7587DB75F}"/>
              </a:ext>
            </a:extLst>
          </p:cNvPr>
          <p:cNvSpPr>
            <a:spLocks noGrp="1"/>
          </p:cNvSpPr>
          <p:nvPr>
            <p:ph type="body" idx="17" hasCustomPrompt="1"/>
          </p:nvPr>
        </p:nvSpPr>
        <p:spPr>
          <a:xfrm>
            <a:off x="5461547" y="2430696"/>
            <a:ext cx="5123901" cy="553422"/>
          </a:xfrm>
        </p:spPr>
        <p:txBody>
          <a:bodyPr lIns="0" tIns="0" rIns="0" bIns="0" anchor="b">
            <a:normAutofit/>
          </a:bodyPr>
          <a:lstStyle>
            <a:lvl1pPr marL="0" indent="0">
              <a:lnSpc>
                <a:spcPct val="90000"/>
              </a:lnSpc>
              <a:buNone/>
              <a:defRPr sz="1800" b="1" cap="none"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8" name="Text Placeholder 45">
            <a:extLst>
              <a:ext uri="{FF2B5EF4-FFF2-40B4-BE49-F238E27FC236}">
                <a16:creationId xmlns:a16="http://schemas.microsoft.com/office/drawing/2014/main" id="{EAE0F2F7-60FC-481B-75C8-43B1393874A4}"/>
              </a:ext>
            </a:extLst>
          </p:cNvPr>
          <p:cNvSpPr>
            <a:spLocks noGrp="1"/>
          </p:cNvSpPr>
          <p:nvPr>
            <p:ph type="body" sz="quarter" idx="33" hasCustomPrompt="1"/>
          </p:nvPr>
        </p:nvSpPr>
        <p:spPr>
          <a:xfrm>
            <a:off x="4722023" y="3171231"/>
            <a:ext cx="579438" cy="559779"/>
          </a:xfrm>
        </p:spPr>
        <p:txBody>
          <a:bodyPr lIns="0" tIns="0" rIns="0" bIns="0" anchor="b"/>
          <a:lstStyle>
            <a:lvl1pPr marL="0" indent="0" algn="ctr">
              <a:buNone/>
              <a:defRPr>
                <a:solidFill>
                  <a:schemeClr val="accent1">
                    <a:lumMod val="75000"/>
                  </a:schemeClr>
                </a:solidFill>
              </a:defRPr>
            </a:lvl1pPr>
          </a:lstStyle>
          <a:p>
            <a:pPr lvl="0"/>
            <a:r>
              <a:rPr lang="en-US"/>
              <a:t>03</a:t>
            </a:r>
          </a:p>
        </p:txBody>
      </p:sp>
      <p:sp>
        <p:nvSpPr>
          <p:cNvPr id="21" name="Text Placeholder 2">
            <a:extLst>
              <a:ext uri="{FF2B5EF4-FFF2-40B4-BE49-F238E27FC236}">
                <a16:creationId xmlns:a16="http://schemas.microsoft.com/office/drawing/2014/main" id="{2D3DA225-1218-80C3-2B80-287832B27A88}"/>
              </a:ext>
            </a:extLst>
          </p:cNvPr>
          <p:cNvSpPr>
            <a:spLocks noGrp="1"/>
          </p:cNvSpPr>
          <p:nvPr>
            <p:ph type="body" idx="18" hasCustomPrompt="1"/>
          </p:nvPr>
        </p:nvSpPr>
        <p:spPr>
          <a:xfrm>
            <a:off x="5480598" y="3177588"/>
            <a:ext cx="5123901" cy="553422"/>
          </a:xfrm>
        </p:spPr>
        <p:txBody>
          <a:bodyPr lIns="0" tIns="0" rIns="0" bIns="0" anchor="b">
            <a:normAutofit/>
          </a:bodyPr>
          <a:lstStyle>
            <a:lvl1pPr marL="0" indent="0">
              <a:lnSpc>
                <a:spcPct val="90000"/>
              </a:lnSpc>
              <a:buNone/>
              <a:defRPr sz="1800" b="1" cap="none"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9" name="Text Placeholder 45">
            <a:extLst>
              <a:ext uri="{FF2B5EF4-FFF2-40B4-BE49-F238E27FC236}">
                <a16:creationId xmlns:a16="http://schemas.microsoft.com/office/drawing/2014/main" id="{3B492BAE-C9D1-4D61-4697-76847AB5785C}"/>
              </a:ext>
            </a:extLst>
          </p:cNvPr>
          <p:cNvSpPr>
            <a:spLocks noGrp="1"/>
          </p:cNvSpPr>
          <p:nvPr>
            <p:ph type="body" sz="quarter" idx="34" hasCustomPrompt="1"/>
          </p:nvPr>
        </p:nvSpPr>
        <p:spPr>
          <a:xfrm>
            <a:off x="4722023" y="3931308"/>
            <a:ext cx="579438" cy="559779"/>
          </a:xfrm>
        </p:spPr>
        <p:txBody>
          <a:bodyPr lIns="0" tIns="0" rIns="0" bIns="0" anchor="b"/>
          <a:lstStyle>
            <a:lvl1pPr marL="0" indent="0" algn="ctr">
              <a:buNone/>
              <a:defRPr>
                <a:solidFill>
                  <a:schemeClr val="accent1">
                    <a:lumMod val="75000"/>
                  </a:schemeClr>
                </a:solidFill>
              </a:defRPr>
            </a:lvl1pPr>
          </a:lstStyle>
          <a:p>
            <a:pPr lvl="0"/>
            <a:r>
              <a:rPr lang="en-US"/>
              <a:t>04</a:t>
            </a:r>
          </a:p>
        </p:txBody>
      </p:sp>
      <p:sp>
        <p:nvSpPr>
          <p:cNvPr id="22" name="Text Placeholder 2">
            <a:extLst>
              <a:ext uri="{FF2B5EF4-FFF2-40B4-BE49-F238E27FC236}">
                <a16:creationId xmlns:a16="http://schemas.microsoft.com/office/drawing/2014/main" id="{CDE5D6F0-65E5-A0F7-C7F2-45363510923A}"/>
              </a:ext>
            </a:extLst>
          </p:cNvPr>
          <p:cNvSpPr>
            <a:spLocks noGrp="1"/>
          </p:cNvSpPr>
          <p:nvPr>
            <p:ph type="body" idx="19" hasCustomPrompt="1"/>
          </p:nvPr>
        </p:nvSpPr>
        <p:spPr>
          <a:xfrm>
            <a:off x="5480598" y="3937665"/>
            <a:ext cx="5123901" cy="553422"/>
          </a:xfrm>
        </p:spPr>
        <p:txBody>
          <a:bodyPr lIns="0" tIns="0" rIns="0" bIns="0" anchor="b">
            <a:normAutofit/>
          </a:bodyPr>
          <a:lstStyle>
            <a:lvl1pPr marL="0" indent="0">
              <a:lnSpc>
                <a:spcPct val="90000"/>
              </a:lnSpc>
              <a:buNone/>
              <a:defRPr sz="1800" b="1" cap="none"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0" name="Text Placeholder 45">
            <a:extLst>
              <a:ext uri="{FF2B5EF4-FFF2-40B4-BE49-F238E27FC236}">
                <a16:creationId xmlns:a16="http://schemas.microsoft.com/office/drawing/2014/main" id="{8370CE8B-96AD-BF95-4CDC-EC8FB535A0B8}"/>
              </a:ext>
            </a:extLst>
          </p:cNvPr>
          <p:cNvSpPr>
            <a:spLocks noGrp="1"/>
          </p:cNvSpPr>
          <p:nvPr>
            <p:ph type="body" sz="quarter" idx="35" hasCustomPrompt="1"/>
          </p:nvPr>
        </p:nvSpPr>
        <p:spPr>
          <a:xfrm>
            <a:off x="4722023" y="4692553"/>
            <a:ext cx="579438" cy="559779"/>
          </a:xfrm>
        </p:spPr>
        <p:txBody>
          <a:bodyPr lIns="0" tIns="0" rIns="0" bIns="0" anchor="b"/>
          <a:lstStyle>
            <a:lvl1pPr marL="0" indent="0" algn="ctr">
              <a:buNone/>
              <a:defRPr>
                <a:solidFill>
                  <a:schemeClr val="accent1">
                    <a:lumMod val="75000"/>
                  </a:schemeClr>
                </a:solidFill>
              </a:defRPr>
            </a:lvl1pPr>
          </a:lstStyle>
          <a:p>
            <a:pPr lvl="0"/>
            <a:r>
              <a:rPr lang="en-US"/>
              <a:t>05</a:t>
            </a:r>
          </a:p>
        </p:txBody>
      </p:sp>
      <p:sp>
        <p:nvSpPr>
          <p:cNvPr id="23" name="Text Placeholder 2">
            <a:extLst>
              <a:ext uri="{FF2B5EF4-FFF2-40B4-BE49-F238E27FC236}">
                <a16:creationId xmlns:a16="http://schemas.microsoft.com/office/drawing/2014/main" id="{DFC95A06-731A-62D0-CFDA-7D84D69DCFC2}"/>
              </a:ext>
            </a:extLst>
          </p:cNvPr>
          <p:cNvSpPr>
            <a:spLocks noGrp="1"/>
          </p:cNvSpPr>
          <p:nvPr>
            <p:ph type="body" idx="20" hasCustomPrompt="1"/>
          </p:nvPr>
        </p:nvSpPr>
        <p:spPr>
          <a:xfrm>
            <a:off x="5461546" y="4698910"/>
            <a:ext cx="5123901" cy="553422"/>
          </a:xfrm>
        </p:spPr>
        <p:txBody>
          <a:bodyPr lIns="0" tIns="0" rIns="0" bIns="0" anchor="b">
            <a:normAutofit/>
          </a:bodyPr>
          <a:lstStyle>
            <a:lvl1pPr marL="0" indent="0">
              <a:lnSpc>
                <a:spcPct val="90000"/>
              </a:lnSpc>
              <a:buNone/>
              <a:defRPr sz="1800" b="1" cap="none" baseline="0">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Date Placeholder 25">
            <a:extLst>
              <a:ext uri="{FF2B5EF4-FFF2-40B4-BE49-F238E27FC236}">
                <a16:creationId xmlns:a16="http://schemas.microsoft.com/office/drawing/2014/main" id="{32BC545E-C050-7044-0FAE-450365158960}"/>
              </a:ext>
            </a:extLst>
          </p:cNvPr>
          <p:cNvSpPr>
            <a:spLocks noGrp="1"/>
          </p:cNvSpPr>
          <p:nvPr>
            <p:ph type="dt" sz="half" idx="14"/>
          </p:nvPr>
        </p:nvSpPr>
        <p:spPr/>
        <p:txBody>
          <a:bodyPr/>
          <a:lstStyle/>
          <a:p>
            <a:r>
              <a:rPr lang="en-US" altLang="zh-CN"/>
              <a:t>03/12/2025</a:t>
            </a:r>
          </a:p>
        </p:txBody>
      </p:sp>
      <p:sp>
        <p:nvSpPr>
          <p:cNvPr id="27" name="Footer Placeholder 26">
            <a:extLst>
              <a:ext uri="{FF2B5EF4-FFF2-40B4-BE49-F238E27FC236}">
                <a16:creationId xmlns:a16="http://schemas.microsoft.com/office/drawing/2014/main" id="{20263A07-4780-099C-AAEB-E705934ECC38}"/>
              </a:ext>
            </a:extLst>
          </p:cNvPr>
          <p:cNvSpPr>
            <a:spLocks noGrp="1"/>
          </p:cNvSpPr>
          <p:nvPr>
            <p:ph type="ftr" sz="quarter" idx="15"/>
          </p:nvPr>
        </p:nvSpPr>
        <p:spPr/>
        <p:txBody>
          <a:bodyPr/>
          <a:lstStyle/>
          <a:p>
            <a:r>
              <a:rPr lang="en-US" altLang="zh-CN"/>
              <a:t>Sample Footer Text</a:t>
            </a:r>
          </a:p>
        </p:txBody>
      </p:sp>
      <p:sp>
        <p:nvSpPr>
          <p:cNvPr id="28" name="Slide Number Placeholder 27">
            <a:extLst>
              <a:ext uri="{FF2B5EF4-FFF2-40B4-BE49-F238E27FC236}">
                <a16:creationId xmlns:a16="http://schemas.microsoft.com/office/drawing/2014/main" id="{09109AE7-CBA2-795C-05B3-A830D2677996}"/>
              </a:ext>
            </a:extLst>
          </p:cNvPr>
          <p:cNvSpPr>
            <a:spLocks noGrp="1"/>
          </p:cNvSpPr>
          <p:nvPr>
            <p:ph type="sldNum" sz="half" idx="16"/>
          </p:nvPr>
        </p:nvSpPr>
        <p:spPr/>
        <p:txBody>
          <a:bodyPr/>
          <a:lstStyle/>
          <a:p>
            <a:fld id="{53642C38-124F-4CC4-99D8-72838B5B5271}" type="slidenum">
              <a:rPr lang="en-US" altLang="zh-CN" smtClean="0"/>
              <a:pPr/>
              <a:t>‹#›</a:t>
            </a:fld>
            <a:endParaRPr lang="en-US" altLang="zh-CN"/>
          </a:p>
        </p:txBody>
      </p:sp>
      <p:cxnSp>
        <p:nvCxnSpPr>
          <p:cNvPr id="14" name="Straight Connector 2">
            <a:extLst>
              <a:ext uri="{FF2B5EF4-FFF2-40B4-BE49-F238E27FC236}">
                <a16:creationId xmlns:a16="http://schemas.microsoft.com/office/drawing/2014/main" id="{6E9E6CBF-EE80-8615-4945-008D73DD023E}"/>
              </a:ext>
              <a:ext uri="{C183D7F6-B498-43B3-948B-1728B52AA6E4}">
                <adec:decorative xmlns:adec="http://schemas.microsoft.com/office/drawing/2017/decorative" val="1"/>
              </a:ext>
            </a:extLst>
          </p:cNvPr>
          <p:cNvCxnSpPr>
            <a:cxnSpLocks/>
          </p:cNvCxnSpPr>
          <p:nvPr userDrawn="1"/>
        </p:nvCxnSpPr>
        <p:spPr>
          <a:xfrm>
            <a:off x="5480598" y="2413762"/>
            <a:ext cx="4609797" cy="0"/>
          </a:xfrm>
          <a:prstGeom prst="line">
            <a:avLst/>
          </a:prstGeom>
          <a:ln w="12700" cap="rnd">
            <a:solidFill>
              <a:schemeClr val="tx2">
                <a:lumMod val="40000"/>
                <a:lumOff val="60000"/>
                <a:alpha val="50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15" name="Straight Connector 3">
            <a:extLst>
              <a:ext uri="{FF2B5EF4-FFF2-40B4-BE49-F238E27FC236}">
                <a16:creationId xmlns:a16="http://schemas.microsoft.com/office/drawing/2014/main" id="{F871899F-7393-04EB-4674-884247701FDB}"/>
              </a:ext>
              <a:ext uri="{C183D7F6-B498-43B3-948B-1728B52AA6E4}">
                <adec:decorative xmlns:adec="http://schemas.microsoft.com/office/drawing/2017/decorative" val="1"/>
              </a:ext>
            </a:extLst>
          </p:cNvPr>
          <p:cNvCxnSpPr>
            <a:cxnSpLocks/>
          </p:cNvCxnSpPr>
          <p:nvPr userDrawn="1"/>
        </p:nvCxnSpPr>
        <p:spPr>
          <a:xfrm>
            <a:off x="5480598" y="3150078"/>
            <a:ext cx="4609797" cy="0"/>
          </a:xfrm>
          <a:prstGeom prst="line">
            <a:avLst/>
          </a:prstGeom>
          <a:ln w="12700" cap="rnd">
            <a:solidFill>
              <a:schemeClr val="tx2">
                <a:lumMod val="40000"/>
                <a:lumOff val="60000"/>
                <a:alpha val="50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16" name="Straight Connector 4">
            <a:extLst>
              <a:ext uri="{FF2B5EF4-FFF2-40B4-BE49-F238E27FC236}">
                <a16:creationId xmlns:a16="http://schemas.microsoft.com/office/drawing/2014/main" id="{FAB95E92-379E-B22D-D07C-62BB874EFBA3}"/>
              </a:ext>
              <a:ext uri="{C183D7F6-B498-43B3-948B-1728B52AA6E4}">
                <adec:decorative xmlns:adec="http://schemas.microsoft.com/office/drawing/2017/decorative" val="1"/>
              </a:ext>
            </a:extLst>
          </p:cNvPr>
          <p:cNvCxnSpPr>
            <a:cxnSpLocks/>
          </p:cNvCxnSpPr>
          <p:nvPr userDrawn="1"/>
        </p:nvCxnSpPr>
        <p:spPr>
          <a:xfrm>
            <a:off x="5480598" y="3895592"/>
            <a:ext cx="4609797" cy="0"/>
          </a:xfrm>
          <a:prstGeom prst="line">
            <a:avLst/>
          </a:prstGeom>
          <a:ln w="12700" cap="rnd">
            <a:solidFill>
              <a:schemeClr val="tx2">
                <a:lumMod val="40000"/>
                <a:lumOff val="60000"/>
                <a:alpha val="50000"/>
              </a:schemeClr>
            </a:solidFill>
            <a:prstDash val="dash"/>
            <a:round/>
          </a:ln>
        </p:spPr>
        <p:style>
          <a:lnRef idx="1">
            <a:schemeClr val="accent1"/>
          </a:lnRef>
          <a:fillRef idx="0">
            <a:schemeClr val="accent1"/>
          </a:fillRef>
          <a:effectRef idx="0">
            <a:schemeClr val="accent1"/>
          </a:effectRef>
          <a:fontRef idx="minor">
            <a:schemeClr val="tx1"/>
          </a:fontRef>
        </p:style>
      </p:cxnSp>
      <p:cxnSp>
        <p:nvCxnSpPr>
          <p:cNvPr id="17" name="Straight Connector 5">
            <a:extLst>
              <a:ext uri="{FF2B5EF4-FFF2-40B4-BE49-F238E27FC236}">
                <a16:creationId xmlns:a16="http://schemas.microsoft.com/office/drawing/2014/main" id="{16EA8662-B4F9-3505-F72F-B02B538B06FE}"/>
              </a:ext>
              <a:ext uri="{C183D7F6-B498-43B3-948B-1728B52AA6E4}">
                <adec:decorative xmlns:adec="http://schemas.microsoft.com/office/drawing/2017/decorative" val="1"/>
              </a:ext>
            </a:extLst>
          </p:cNvPr>
          <p:cNvCxnSpPr>
            <a:cxnSpLocks/>
          </p:cNvCxnSpPr>
          <p:nvPr userDrawn="1"/>
        </p:nvCxnSpPr>
        <p:spPr>
          <a:xfrm>
            <a:off x="5480598" y="4659839"/>
            <a:ext cx="4609797" cy="0"/>
          </a:xfrm>
          <a:prstGeom prst="line">
            <a:avLst/>
          </a:prstGeom>
          <a:ln w="12700" cap="rnd">
            <a:solidFill>
              <a:schemeClr val="tx2">
                <a:lumMod val="40000"/>
                <a:lumOff val="60000"/>
                <a:alpha val="50000"/>
              </a:schemeClr>
            </a:solidFill>
            <a:prstDash val="dash"/>
            <a:round/>
          </a:ln>
        </p:spPr>
        <p:style>
          <a:lnRef idx="1">
            <a:schemeClr val="accent1"/>
          </a:lnRef>
          <a:fillRef idx="0">
            <a:schemeClr val="accent1"/>
          </a:fillRef>
          <a:effectRef idx="0">
            <a:schemeClr val="accent1"/>
          </a:effectRef>
          <a:fontRef idx="minor">
            <a:schemeClr val="tx1"/>
          </a:fontRef>
        </p:style>
      </p:cxnSp>
      <p:sp>
        <p:nvSpPr>
          <p:cNvPr id="30" name="Freeform 3">
            <a:extLst>
              <a:ext uri="{FF2B5EF4-FFF2-40B4-BE49-F238E27FC236}">
                <a16:creationId xmlns:a16="http://schemas.microsoft.com/office/drawing/2014/main" id="{FFE9B368-D527-01EB-F0D1-C30D8E6DF87D}"/>
              </a:ext>
              <a:ext uri="{C183D7F6-B498-43B3-948B-1728B52AA6E4}">
                <adec:decorative xmlns:adec="http://schemas.microsoft.com/office/drawing/2017/decorative" val="1"/>
              </a:ext>
            </a:extLst>
          </p:cNvPr>
          <p:cNvSpPr/>
          <p:nvPr userDrawn="1"/>
        </p:nvSpPr>
        <p:spPr>
          <a:xfrm rot="10800000" flipH="1" flipV="1">
            <a:off x="11762288"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31" name="Freeform 16">
            <a:extLst>
              <a:ext uri="{FF2B5EF4-FFF2-40B4-BE49-F238E27FC236}">
                <a16:creationId xmlns:a16="http://schemas.microsoft.com/office/drawing/2014/main" id="{9FE232FF-D2BE-4E0E-DA3B-FD396BC3BDCC}"/>
              </a:ext>
              <a:ext uri="{C183D7F6-B498-43B3-948B-1728B52AA6E4}">
                <adec:decorative xmlns:adec="http://schemas.microsoft.com/office/drawing/2017/decorative" val="1"/>
              </a:ext>
            </a:extLst>
          </p:cNvPr>
          <p:cNvSpPr/>
          <p:nvPr userDrawn="1"/>
        </p:nvSpPr>
        <p:spPr>
          <a:xfrm rot="10800000" flipH="1" flipV="1">
            <a:off x="11335170"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33" name="Freeform 3">
            <a:extLst>
              <a:ext uri="{FF2B5EF4-FFF2-40B4-BE49-F238E27FC236}">
                <a16:creationId xmlns:a16="http://schemas.microsoft.com/office/drawing/2014/main" id="{329111F0-F918-BC57-289A-D24923BDE860}"/>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34" name="Freeform 16">
            <a:extLst>
              <a:ext uri="{FF2B5EF4-FFF2-40B4-BE49-F238E27FC236}">
                <a16:creationId xmlns:a16="http://schemas.microsoft.com/office/drawing/2014/main" id="{693E98BD-67D0-8DD3-774C-EAEDE6113D21}"/>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31439590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Agenda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856823" y="1231969"/>
            <a:ext cx="3200827" cy="4711631"/>
          </a:xfrm>
          <a:prstGeom prst="rect">
            <a:avLst/>
          </a:prstGeom>
        </p:spPr>
        <p:txBody>
          <a:bodyPr lIns="0" tIns="0" rIns="0" bIns="0" anchor="ctr">
            <a:normAutofit/>
          </a:bodyPr>
          <a:lstStyle>
            <a:lvl1pPr algn="l">
              <a:defRPr sz="3600">
                <a:solidFill>
                  <a:schemeClr val="accent1">
                    <a:lumMod val="75000"/>
                  </a:schemeClr>
                </a:solidFill>
              </a:defRPr>
            </a:lvl1pPr>
          </a:lstStyle>
          <a:p>
            <a:r>
              <a:rPr lang="en-US"/>
              <a:t>Click to edit Master title style</a:t>
            </a:r>
          </a:p>
        </p:txBody>
      </p:sp>
      <p:sp>
        <p:nvSpPr>
          <p:cNvPr id="3" name="Content Placeholder 6">
            <a:extLst>
              <a:ext uri="{FF2B5EF4-FFF2-40B4-BE49-F238E27FC236}">
                <a16:creationId xmlns:a16="http://schemas.microsoft.com/office/drawing/2014/main" id="{0F92CF81-475B-E11D-832D-0072BAC9D8A3}"/>
              </a:ext>
            </a:extLst>
          </p:cNvPr>
          <p:cNvSpPr>
            <a:spLocks noGrp="1"/>
          </p:cNvSpPr>
          <p:nvPr>
            <p:ph sz="quarter" idx="18"/>
          </p:nvPr>
        </p:nvSpPr>
        <p:spPr>
          <a:xfrm>
            <a:off x="4257675" y="1231969"/>
            <a:ext cx="7025387" cy="4711631"/>
          </a:xfrm>
        </p:spPr>
        <p:txBody>
          <a:bodyPr lIns="0" tIns="0" rIns="0" bIns="0" anchor="ctr">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Date Placeholder 25">
            <a:extLst>
              <a:ext uri="{FF2B5EF4-FFF2-40B4-BE49-F238E27FC236}">
                <a16:creationId xmlns:a16="http://schemas.microsoft.com/office/drawing/2014/main" id="{32BC545E-C050-7044-0FAE-450365158960}"/>
              </a:ext>
            </a:extLst>
          </p:cNvPr>
          <p:cNvSpPr>
            <a:spLocks noGrp="1"/>
          </p:cNvSpPr>
          <p:nvPr>
            <p:ph type="dt" sz="half" idx="14"/>
          </p:nvPr>
        </p:nvSpPr>
        <p:spPr/>
        <p:txBody>
          <a:bodyPr/>
          <a:lstStyle/>
          <a:p>
            <a:r>
              <a:rPr lang="en-US" altLang="zh-CN"/>
              <a:t>03/12/2025</a:t>
            </a:r>
          </a:p>
        </p:txBody>
      </p:sp>
      <p:sp>
        <p:nvSpPr>
          <p:cNvPr id="27" name="Footer Placeholder 26">
            <a:extLst>
              <a:ext uri="{FF2B5EF4-FFF2-40B4-BE49-F238E27FC236}">
                <a16:creationId xmlns:a16="http://schemas.microsoft.com/office/drawing/2014/main" id="{20263A07-4780-099C-AAEB-E705934ECC38}"/>
              </a:ext>
            </a:extLst>
          </p:cNvPr>
          <p:cNvSpPr>
            <a:spLocks noGrp="1"/>
          </p:cNvSpPr>
          <p:nvPr>
            <p:ph type="ftr" sz="quarter" idx="15"/>
          </p:nvPr>
        </p:nvSpPr>
        <p:spPr/>
        <p:txBody>
          <a:bodyPr/>
          <a:lstStyle/>
          <a:p>
            <a:r>
              <a:rPr lang="en-US" altLang="zh-CN"/>
              <a:t>Sample Footer Text</a:t>
            </a:r>
          </a:p>
        </p:txBody>
      </p:sp>
      <p:sp>
        <p:nvSpPr>
          <p:cNvPr id="28" name="Slide Number Placeholder 27">
            <a:extLst>
              <a:ext uri="{FF2B5EF4-FFF2-40B4-BE49-F238E27FC236}">
                <a16:creationId xmlns:a16="http://schemas.microsoft.com/office/drawing/2014/main" id="{09109AE7-CBA2-795C-05B3-A830D2677996}"/>
              </a:ext>
            </a:extLst>
          </p:cNvPr>
          <p:cNvSpPr>
            <a:spLocks noGrp="1"/>
          </p:cNvSpPr>
          <p:nvPr>
            <p:ph type="sldNum" sz="half" idx="16"/>
          </p:nvPr>
        </p:nvSpPr>
        <p:spPr/>
        <p:txBody>
          <a:bodyPr/>
          <a:lstStyle/>
          <a:p>
            <a:fld id="{53642C38-124F-4CC4-99D8-72838B5B5271}" type="slidenum">
              <a:rPr lang="en-US" altLang="zh-CN" smtClean="0"/>
              <a:pPr/>
              <a:t>‹#›</a:t>
            </a:fld>
            <a:endParaRPr lang="en-US" altLang="zh-CN"/>
          </a:p>
        </p:txBody>
      </p:sp>
      <p:sp>
        <p:nvSpPr>
          <p:cNvPr id="30" name="Freeform 3">
            <a:extLst>
              <a:ext uri="{FF2B5EF4-FFF2-40B4-BE49-F238E27FC236}">
                <a16:creationId xmlns:a16="http://schemas.microsoft.com/office/drawing/2014/main" id="{FFE9B368-D527-01EB-F0D1-C30D8E6DF87D}"/>
              </a:ext>
              <a:ext uri="{C183D7F6-B498-43B3-948B-1728B52AA6E4}">
                <adec:decorative xmlns:adec="http://schemas.microsoft.com/office/drawing/2017/decorative" val="1"/>
              </a:ext>
            </a:extLst>
          </p:cNvPr>
          <p:cNvSpPr/>
          <p:nvPr userDrawn="1"/>
        </p:nvSpPr>
        <p:spPr>
          <a:xfrm rot="10800000" flipH="1" flipV="1">
            <a:off x="11762288"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31" name="Freeform 16">
            <a:extLst>
              <a:ext uri="{FF2B5EF4-FFF2-40B4-BE49-F238E27FC236}">
                <a16:creationId xmlns:a16="http://schemas.microsoft.com/office/drawing/2014/main" id="{9FE232FF-D2BE-4E0E-DA3B-FD396BC3BDCC}"/>
              </a:ext>
              <a:ext uri="{C183D7F6-B498-43B3-948B-1728B52AA6E4}">
                <adec:decorative xmlns:adec="http://schemas.microsoft.com/office/drawing/2017/decorative" val="1"/>
              </a:ext>
            </a:extLst>
          </p:cNvPr>
          <p:cNvSpPr/>
          <p:nvPr userDrawn="1"/>
        </p:nvSpPr>
        <p:spPr>
          <a:xfrm rot="10800000" flipH="1" flipV="1">
            <a:off x="11335170"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33" name="Freeform 3">
            <a:extLst>
              <a:ext uri="{FF2B5EF4-FFF2-40B4-BE49-F238E27FC236}">
                <a16:creationId xmlns:a16="http://schemas.microsoft.com/office/drawing/2014/main" id="{329111F0-F918-BC57-289A-D24923BDE860}"/>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34" name="Freeform 16">
            <a:extLst>
              <a:ext uri="{FF2B5EF4-FFF2-40B4-BE49-F238E27FC236}">
                <a16:creationId xmlns:a16="http://schemas.microsoft.com/office/drawing/2014/main" id="{693E98BD-67D0-8DD3-774C-EAEDE6113D21}"/>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321477351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1_Title, Content 1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1" y="831919"/>
            <a:ext cx="10504000" cy="528186"/>
          </a:xfrm>
          <a:prstGeom prst="rect">
            <a:avLst/>
          </a:prstGeom>
        </p:spPr>
        <p:txBody>
          <a:bodyPr lIns="0" tIns="0" rIns="0" bIns="0" anchor="ctr">
            <a:noAutofit/>
          </a:bodyPr>
          <a:lstStyle>
            <a:lvl1pPr>
              <a:defRPr sz="3600"/>
            </a:lvl1pPr>
          </a:lstStyle>
          <a:p>
            <a:r>
              <a:rPr lang="en-US"/>
              <a:t>Click to edit Master title style</a:t>
            </a:r>
          </a:p>
        </p:txBody>
      </p:sp>
      <p:sp>
        <p:nvSpPr>
          <p:cNvPr id="4" name="Content Placeholder 6">
            <a:extLst>
              <a:ext uri="{FF2B5EF4-FFF2-40B4-BE49-F238E27FC236}">
                <a16:creationId xmlns:a16="http://schemas.microsoft.com/office/drawing/2014/main" id="{69B066B4-ACB0-28F0-C3B6-67C63A589E35}"/>
              </a:ext>
            </a:extLst>
          </p:cNvPr>
          <p:cNvSpPr>
            <a:spLocks noGrp="1"/>
          </p:cNvSpPr>
          <p:nvPr>
            <p:ph sz="quarter" idx="18"/>
          </p:nvPr>
        </p:nvSpPr>
        <p:spPr>
          <a:xfrm>
            <a:off x="844001" y="1485900"/>
            <a:ext cx="10504000" cy="4457700"/>
          </a:xfrm>
        </p:spPr>
        <p:txBody>
          <a:bodyPr lIns="0" tIns="0" rIns="0" bIns="0">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Date Placeholder 20">
            <a:extLst>
              <a:ext uri="{FF2B5EF4-FFF2-40B4-BE49-F238E27FC236}">
                <a16:creationId xmlns:a16="http://schemas.microsoft.com/office/drawing/2014/main" id="{80879DF8-9526-92CF-8230-C70EF354ED4F}"/>
              </a:ext>
            </a:extLst>
          </p:cNvPr>
          <p:cNvSpPr>
            <a:spLocks noGrp="1"/>
          </p:cNvSpPr>
          <p:nvPr>
            <p:ph type="dt" sz="half" idx="10"/>
          </p:nvPr>
        </p:nvSpPr>
        <p:spPr/>
        <p:txBody>
          <a:bodyPr/>
          <a:lstStyle/>
          <a:p>
            <a:r>
              <a:rPr lang="en-US" altLang="zh-CN"/>
              <a:t>03/12/2025</a:t>
            </a:r>
          </a:p>
        </p:txBody>
      </p:sp>
      <p:sp>
        <p:nvSpPr>
          <p:cNvPr id="22" name="Footer Placeholder 21">
            <a:extLst>
              <a:ext uri="{FF2B5EF4-FFF2-40B4-BE49-F238E27FC236}">
                <a16:creationId xmlns:a16="http://schemas.microsoft.com/office/drawing/2014/main" id="{B07FD68B-1AD6-101F-D3DE-DAF3C92CBEB4}"/>
              </a:ext>
            </a:extLst>
          </p:cNvPr>
          <p:cNvSpPr>
            <a:spLocks noGrp="1"/>
          </p:cNvSpPr>
          <p:nvPr>
            <p:ph type="ftr" sz="quarter" idx="11"/>
          </p:nvPr>
        </p:nvSpPr>
        <p:spPr/>
        <p:txBody>
          <a:bodyPr/>
          <a:lstStyle/>
          <a:p>
            <a:r>
              <a:rPr lang="en-US" altLang="zh-CN"/>
              <a:t>Sample Footer Text</a:t>
            </a:r>
          </a:p>
        </p:txBody>
      </p:sp>
      <p:sp>
        <p:nvSpPr>
          <p:cNvPr id="23" name="Slide Number Placeholder 22">
            <a:extLst>
              <a:ext uri="{FF2B5EF4-FFF2-40B4-BE49-F238E27FC236}">
                <a16:creationId xmlns:a16="http://schemas.microsoft.com/office/drawing/2014/main" id="{21AC2A36-7979-BA48-54B9-95E1A6C40512}"/>
              </a:ext>
            </a:extLst>
          </p:cNvPr>
          <p:cNvSpPr>
            <a:spLocks noGrp="1"/>
          </p:cNvSpPr>
          <p:nvPr>
            <p:ph type="sldNum" sz="half" idx="12"/>
          </p:nvPr>
        </p:nvSpPr>
        <p:spPr/>
        <p:txBody>
          <a:bodyPr/>
          <a:lstStyle/>
          <a:p>
            <a:fld id="{53642C38-124F-4CC4-99D8-72838B5B5271}" type="slidenum">
              <a:rPr lang="en-US" altLang="zh-CN" smtClean="0"/>
              <a:pPr/>
              <a:t>‹#›</a:t>
            </a:fld>
            <a:endParaRPr lang="en-US" altLang="zh-CN"/>
          </a:p>
        </p:txBody>
      </p:sp>
      <p:sp>
        <p:nvSpPr>
          <p:cNvPr id="28" name="Freeform 3">
            <a:extLst>
              <a:ext uri="{FF2B5EF4-FFF2-40B4-BE49-F238E27FC236}">
                <a16:creationId xmlns:a16="http://schemas.microsoft.com/office/drawing/2014/main" id="{5ABBDD1E-8CA9-5C8B-14F1-96A2532D5369}"/>
              </a:ext>
              <a:ext uri="{C183D7F6-B498-43B3-948B-1728B52AA6E4}">
                <adec:decorative xmlns:adec="http://schemas.microsoft.com/office/drawing/2017/decorative" val="1"/>
              </a:ext>
            </a:extLst>
          </p:cNvPr>
          <p:cNvSpPr/>
          <p:nvPr userDrawn="1"/>
        </p:nvSpPr>
        <p:spPr>
          <a:xfrm rot="10800000">
            <a:off x="1" y="0"/>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9" name="Freeform 16">
            <a:extLst>
              <a:ext uri="{FF2B5EF4-FFF2-40B4-BE49-F238E27FC236}">
                <a16:creationId xmlns:a16="http://schemas.microsoft.com/office/drawing/2014/main" id="{9DB0A1A7-C301-36DF-8F7A-18719CBF069D}"/>
              </a:ext>
              <a:ext uri="{C183D7F6-B498-43B3-948B-1728B52AA6E4}">
                <adec:decorative xmlns:adec="http://schemas.microsoft.com/office/drawing/2017/decorative" val="1"/>
              </a:ext>
            </a:extLst>
          </p:cNvPr>
          <p:cNvSpPr/>
          <p:nvPr userDrawn="1"/>
        </p:nvSpPr>
        <p:spPr>
          <a:xfrm rot="10800000">
            <a:off x="1945" y="426004"/>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31" name="Freeform 3">
            <a:extLst>
              <a:ext uri="{FF2B5EF4-FFF2-40B4-BE49-F238E27FC236}">
                <a16:creationId xmlns:a16="http://schemas.microsoft.com/office/drawing/2014/main" id="{A355DAF5-28E4-5925-6DA3-38CCBA1F4848}"/>
              </a:ext>
              <a:ext uri="{C183D7F6-B498-43B3-948B-1728B52AA6E4}">
                <adec:decorative xmlns:adec="http://schemas.microsoft.com/office/drawing/2017/decorative" val="1"/>
              </a:ext>
            </a:extLst>
          </p:cNvPr>
          <p:cNvSpPr/>
          <p:nvPr userDrawn="1"/>
        </p:nvSpPr>
        <p:spPr>
          <a:xfrm rot="10800000" flipV="1">
            <a:off x="11762291" y="6431996"/>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32" name="Freeform 16">
            <a:extLst>
              <a:ext uri="{FF2B5EF4-FFF2-40B4-BE49-F238E27FC236}">
                <a16:creationId xmlns:a16="http://schemas.microsoft.com/office/drawing/2014/main" id="{11D44271-EF1F-8303-4243-8A72DF6D0FED}"/>
              </a:ext>
              <a:ext uri="{C183D7F6-B498-43B3-948B-1728B52AA6E4}">
                <adec:decorative xmlns:adec="http://schemas.microsoft.com/office/drawing/2017/decorative" val="1"/>
              </a:ext>
            </a:extLst>
          </p:cNvPr>
          <p:cNvSpPr/>
          <p:nvPr userDrawn="1"/>
        </p:nvSpPr>
        <p:spPr>
          <a:xfrm rot="10800000" flipV="1">
            <a:off x="11762291" y="6003285"/>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38653882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Content Only (Max)">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1325880"/>
            <a:ext cx="10515600" cy="1325880"/>
          </a:xfrm>
          <a:prstGeom prst="rect">
            <a:avLst/>
          </a:prstGeom>
        </p:spPr>
        <p:txBody>
          <a:bodyPr anchor="ctr">
            <a:normAutofit/>
          </a:bodyPr>
          <a:lstStyle>
            <a:lvl1pPr>
              <a:defRPr sz="2400"/>
            </a:lvl1pPr>
          </a:lstStyle>
          <a:p>
            <a:r>
              <a:rPr lang="en-US"/>
              <a:t>Click to edit Master title style</a:t>
            </a:r>
          </a:p>
        </p:txBody>
      </p:sp>
      <p:sp>
        <p:nvSpPr>
          <p:cNvPr id="4" name="Content Placeholder 6">
            <a:extLst>
              <a:ext uri="{FF2B5EF4-FFF2-40B4-BE49-F238E27FC236}">
                <a16:creationId xmlns:a16="http://schemas.microsoft.com/office/drawing/2014/main" id="{49B89C60-EF19-F6F1-7257-C0BC3472E629}"/>
              </a:ext>
            </a:extLst>
          </p:cNvPr>
          <p:cNvSpPr>
            <a:spLocks noGrp="1"/>
          </p:cNvSpPr>
          <p:nvPr>
            <p:ph sz="quarter" idx="18"/>
          </p:nvPr>
        </p:nvSpPr>
        <p:spPr>
          <a:xfrm>
            <a:off x="333375" y="190500"/>
            <a:ext cx="11525250" cy="5938838"/>
          </a:xfrm>
        </p:spPr>
        <p:txBody>
          <a:bodyPr lIns="0" tIns="0" rIns="0" bIns="0">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1B5C6FA2-90C7-08DA-BDF0-89E45ACA1D24}"/>
              </a:ext>
            </a:extLst>
          </p:cNvPr>
          <p:cNvSpPr>
            <a:spLocks noGrp="1"/>
          </p:cNvSpPr>
          <p:nvPr>
            <p:ph type="dt" sz="half" idx="10"/>
          </p:nvPr>
        </p:nvSpPr>
        <p:spPr/>
        <p:txBody>
          <a:bodyPr/>
          <a:lstStyle/>
          <a:p>
            <a:r>
              <a:rPr lang="en-US" altLang="zh-CN"/>
              <a:t>03/12/2025</a:t>
            </a:r>
          </a:p>
        </p:txBody>
      </p:sp>
      <p:sp>
        <p:nvSpPr>
          <p:cNvPr id="11" name="Footer Placeholder 10">
            <a:extLst>
              <a:ext uri="{FF2B5EF4-FFF2-40B4-BE49-F238E27FC236}">
                <a16:creationId xmlns:a16="http://schemas.microsoft.com/office/drawing/2014/main" id="{7BBD8900-DDD8-D599-6C12-EA7E08042D9C}"/>
              </a:ext>
            </a:extLst>
          </p:cNvPr>
          <p:cNvSpPr>
            <a:spLocks noGrp="1"/>
          </p:cNvSpPr>
          <p:nvPr>
            <p:ph type="ftr" sz="quarter" idx="11"/>
          </p:nvPr>
        </p:nvSpPr>
        <p:spPr/>
        <p:txBody>
          <a:bodyPr/>
          <a:lstStyle/>
          <a:p>
            <a:r>
              <a:rPr lang="en-US" altLang="zh-CN"/>
              <a:t>Sample Footer Text</a:t>
            </a:r>
          </a:p>
        </p:txBody>
      </p:sp>
      <p:sp>
        <p:nvSpPr>
          <p:cNvPr id="12" name="Slide Number Placeholder 11">
            <a:extLst>
              <a:ext uri="{FF2B5EF4-FFF2-40B4-BE49-F238E27FC236}">
                <a16:creationId xmlns:a16="http://schemas.microsoft.com/office/drawing/2014/main" id="{41585E52-E701-4675-88B0-9E59E89AD1CD}"/>
              </a:ext>
            </a:extLst>
          </p:cNvPr>
          <p:cNvSpPr>
            <a:spLocks noGrp="1"/>
          </p:cNvSpPr>
          <p:nvPr>
            <p:ph type="sldNum" sz="half" idx="12"/>
          </p:nvPr>
        </p:nvSpPr>
        <p:spPr/>
        <p:txBody>
          <a:bodyPr/>
          <a:lstStyle/>
          <a:p>
            <a:fld id="{53642C38-124F-4CC4-99D8-72838B5B5271}" type="slidenum">
              <a:rPr lang="en-US" altLang="zh-CN" smtClean="0"/>
              <a:pPr/>
              <a:t>‹#›</a:t>
            </a:fld>
            <a:endParaRPr lang="en-US" altLang="zh-CN"/>
          </a:p>
        </p:txBody>
      </p:sp>
    </p:spTree>
    <p:extLst>
      <p:ext uri="{BB962C8B-B14F-4D97-AF65-F5344CB8AC3E}">
        <p14:creationId xmlns:p14="http://schemas.microsoft.com/office/powerpoint/2010/main" val="24185560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Title, 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831918"/>
            <a:ext cx="10504000" cy="848979"/>
          </a:xfrm>
          <a:prstGeom prst="rect">
            <a:avLst/>
          </a:prstGeom>
        </p:spPr>
        <p:txBody>
          <a:bodyPr lIns="0" tIns="0" rIns="0" bIns="0">
            <a:normAutofit/>
          </a:bodyPr>
          <a:lstStyle>
            <a:lvl1pPr>
              <a:defRPr sz="3600"/>
            </a:lvl1pPr>
          </a:lstStyle>
          <a:p>
            <a:r>
              <a:rPr lang="en-US"/>
              <a:t>Click to edit Master title style</a:t>
            </a:r>
          </a:p>
        </p:txBody>
      </p:sp>
      <p:sp>
        <p:nvSpPr>
          <p:cNvPr id="4" name="Content Placeholder 6">
            <a:extLst>
              <a:ext uri="{FF2B5EF4-FFF2-40B4-BE49-F238E27FC236}">
                <a16:creationId xmlns:a16="http://schemas.microsoft.com/office/drawing/2014/main" id="{25D99071-8469-2F9D-85C7-754982317105}"/>
              </a:ext>
            </a:extLst>
          </p:cNvPr>
          <p:cNvSpPr>
            <a:spLocks noGrp="1"/>
          </p:cNvSpPr>
          <p:nvPr>
            <p:ph sz="quarter" idx="18"/>
          </p:nvPr>
        </p:nvSpPr>
        <p:spPr>
          <a:xfrm>
            <a:off x="844001" y="1876425"/>
            <a:ext cx="10504000" cy="4067174"/>
          </a:xfrm>
        </p:spPr>
        <p:txBody>
          <a:bodyPr lIns="0" tIns="0" rIns="0" bIns="0">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Date Placeholder 17">
            <a:extLst>
              <a:ext uri="{FF2B5EF4-FFF2-40B4-BE49-F238E27FC236}">
                <a16:creationId xmlns:a16="http://schemas.microsoft.com/office/drawing/2014/main" id="{5433F8CD-8B1C-F759-42F9-3B3374AA767D}"/>
              </a:ext>
            </a:extLst>
          </p:cNvPr>
          <p:cNvSpPr>
            <a:spLocks noGrp="1"/>
          </p:cNvSpPr>
          <p:nvPr>
            <p:ph type="dt" sz="half" idx="10"/>
          </p:nvPr>
        </p:nvSpPr>
        <p:spPr/>
        <p:txBody>
          <a:bodyPr/>
          <a:lstStyle/>
          <a:p>
            <a:r>
              <a:rPr lang="en-US" altLang="zh-CN"/>
              <a:t>03/12/2025</a:t>
            </a:r>
          </a:p>
        </p:txBody>
      </p:sp>
      <p:sp>
        <p:nvSpPr>
          <p:cNvPr id="19" name="Footer Placeholder 18">
            <a:extLst>
              <a:ext uri="{FF2B5EF4-FFF2-40B4-BE49-F238E27FC236}">
                <a16:creationId xmlns:a16="http://schemas.microsoft.com/office/drawing/2014/main" id="{7B3DFB43-803E-641F-E9EF-8CD3098DE4A6}"/>
              </a:ext>
            </a:extLst>
          </p:cNvPr>
          <p:cNvSpPr>
            <a:spLocks noGrp="1"/>
          </p:cNvSpPr>
          <p:nvPr>
            <p:ph type="ftr" sz="quarter" idx="11"/>
          </p:nvPr>
        </p:nvSpPr>
        <p:spPr/>
        <p:txBody>
          <a:bodyPr/>
          <a:lstStyle/>
          <a:p>
            <a:r>
              <a:rPr lang="en-US" altLang="zh-CN"/>
              <a:t>Sample Footer Text</a:t>
            </a:r>
          </a:p>
        </p:txBody>
      </p:sp>
      <p:sp>
        <p:nvSpPr>
          <p:cNvPr id="20" name="Slide Number Placeholder 19">
            <a:extLst>
              <a:ext uri="{FF2B5EF4-FFF2-40B4-BE49-F238E27FC236}">
                <a16:creationId xmlns:a16="http://schemas.microsoft.com/office/drawing/2014/main" id="{CFD39A52-5EC5-CA59-5294-453476F7F89E}"/>
              </a:ext>
            </a:extLst>
          </p:cNvPr>
          <p:cNvSpPr>
            <a:spLocks noGrp="1"/>
          </p:cNvSpPr>
          <p:nvPr>
            <p:ph type="sldNum" sz="half" idx="12"/>
          </p:nvPr>
        </p:nvSpPr>
        <p:spPr/>
        <p:txBody>
          <a:bodyPr/>
          <a:lstStyle/>
          <a:p>
            <a:fld id="{53642C38-124F-4CC4-99D8-72838B5B5271}" type="slidenum">
              <a:rPr lang="en-US" altLang="zh-CN" smtClean="0"/>
              <a:pPr/>
              <a:t>‹#›</a:t>
            </a:fld>
            <a:endParaRPr lang="en-US" altLang="zh-CN"/>
          </a:p>
        </p:txBody>
      </p:sp>
      <p:sp>
        <p:nvSpPr>
          <p:cNvPr id="28" name="Freeform 3">
            <a:extLst>
              <a:ext uri="{FF2B5EF4-FFF2-40B4-BE49-F238E27FC236}">
                <a16:creationId xmlns:a16="http://schemas.microsoft.com/office/drawing/2014/main" id="{0E0B388F-0FE0-B6D7-F2BC-FC99409AC3CE}"/>
              </a:ext>
              <a:ext uri="{C183D7F6-B498-43B3-948B-1728B52AA6E4}">
                <adec:decorative xmlns:adec="http://schemas.microsoft.com/office/drawing/2017/decorative" val="1"/>
              </a:ext>
            </a:extLst>
          </p:cNvPr>
          <p:cNvSpPr/>
          <p:nvPr userDrawn="1"/>
        </p:nvSpPr>
        <p:spPr>
          <a:xfrm rot="10800000">
            <a:off x="1" y="0"/>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9" name="Freeform 16">
            <a:extLst>
              <a:ext uri="{FF2B5EF4-FFF2-40B4-BE49-F238E27FC236}">
                <a16:creationId xmlns:a16="http://schemas.microsoft.com/office/drawing/2014/main" id="{51DEDEB4-48CF-C1E9-4407-F0CABC147721}"/>
              </a:ext>
              <a:ext uri="{C183D7F6-B498-43B3-948B-1728B52AA6E4}">
                <adec:decorative xmlns:adec="http://schemas.microsoft.com/office/drawing/2017/decorative" val="1"/>
              </a:ext>
            </a:extLst>
          </p:cNvPr>
          <p:cNvSpPr/>
          <p:nvPr userDrawn="1"/>
        </p:nvSpPr>
        <p:spPr>
          <a:xfrm rot="10800000">
            <a:off x="1945" y="426004"/>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31" name="Freeform 3">
            <a:extLst>
              <a:ext uri="{FF2B5EF4-FFF2-40B4-BE49-F238E27FC236}">
                <a16:creationId xmlns:a16="http://schemas.microsoft.com/office/drawing/2014/main" id="{891DE7FF-C57C-1CD5-FF97-087CC77A1A12}"/>
              </a:ext>
              <a:ext uri="{C183D7F6-B498-43B3-948B-1728B52AA6E4}">
                <adec:decorative xmlns:adec="http://schemas.microsoft.com/office/drawing/2017/decorative" val="1"/>
              </a:ext>
            </a:extLst>
          </p:cNvPr>
          <p:cNvSpPr/>
          <p:nvPr userDrawn="1"/>
        </p:nvSpPr>
        <p:spPr>
          <a:xfrm rot="10800000" flipV="1">
            <a:off x="11762291" y="6431996"/>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32" name="Freeform 16">
            <a:extLst>
              <a:ext uri="{FF2B5EF4-FFF2-40B4-BE49-F238E27FC236}">
                <a16:creationId xmlns:a16="http://schemas.microsoft.com/office/drawing/2014/main" id="{F6627F8D-557C-C989-6B73-4EC3FE6F5DEE}"/>
              </a:ext>
              <a:ext uri="{C183D7F6-B498-43B3-948B-1728B52AA6E4}">
                <adec:decorative xmlns:adec="http://schemas.microsoft.com/office/drawing/2017/decorative" val="1"/>
              </a:ext>
            </a:extLst>
          </p:cNvPr>
          <p:cNvSpPr/>
          <p:nvPr userDrawn="1"/>
        </p:nvSpPr>
        <p:spPr>
          <a:xfrm rot="10800000" flipV="1">
            <a:off x="11762291" y="6003285"/>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179003148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itle,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385975"/>
            <a:ext cx="4325112" cy="2454796"/>
          </a:xfrm>
          <a:prstGeom prst="rect">
            <a:avLst/>
          </a:prstGeom>
        </p:spPr>
        <p:txBody>
          <a:bodyPr lIns="0" tIns="0" rIns="0" bIns="0" anchor="ctr">
            <a:normAutofit/>
          </a:bodyPr>
          <a:lstStyle>
            <a:lvl1pPr>
              <a:defRPr sz="3600"/>
            </a:lvl1pPr>
          </a:lstStyle>
          <a:p>
            <a:r>
              <a:rPr lang="en-US"/>
              <a:t>Click to edit Master title style</a:t>
            </a:r>
          </a:p>
        </p:txBody>
      </p:sp>
      <p:sp>
        <p:nvSpPr>
          <p:cNvPr id="3" name="Content Placeholder 6">
            <a:extLst>
              <a:ext uri="{FF2B5EF4-FFF2-40B4-BE49-F238E27FC236}">
                <a16:creationId xmlns:a16="http://schemas.microsoft.com/office/drawing/2014/main" id="{C56A1C0D-8354-4EBB-BAC5-55B8932C3313}"/>
              </a:ext>
            </a:extLst>
          </p:cNvPr>
          <p:cNvSpPr>
            <a:spLocks noGrp="1"/>
          </p:cNvSpPr>
          <p:nvPr>
            <p:ph sz="quarter" idx="18"/>
          </p:nvPr>
        </p:nvSpPr>
        <p:spPr>
          <a:xfrm>
            <a:off x="5667375" y="2385975"/>
            <a:ext cx="5680626" cy="2454796"/>
          </a:xfrm>
        </p:spPr>
        <p:txBody>
          <a:bodyPr lIns="0" tIns="0" rIns="0" bIns="0" anchor="ctr">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Date Placeholder 17">
            <a:extLst>
              <a:ext uri="{FF2B5EF4-FFF2-40B4-BE49-F238E27FC236}">
                <a16:creationId xmlns:a16="http://schemas.microsoft.com/office/drawing/2014/main" id="{2CB2F7E1-9F23-D397-D992-8D69FD51E197}"/>
              </a:ext>
            </a:extLst>
          </p:cNvPr>
          <p:cNvSpPr>
            <a:spLocks noGrp="1"/>
          </p:cNvSpPr>
          <p:nvPr>
            <p:ph type="dt" sz="half" idx="14"/>
          </p:nvPr>
        </p:nvSpPr>
        <p:spPr/>
        <p:txBody>
          <a:bodyPr/>
          <a:lstStyle/>
          <a:p>
            <a:r>
              <a:rPr lang="en-US" altLang="zh-CN"/>
              <a:t>03/12/2025</a:t>
            </a:r>
          </a:p>
        </p:txBody>
      </p:sp>
      <p:sp>
        <p:nvSpPr>
          <p:cNvPr id="19" name="Footer Placeholder 18">
            <a:extLst>
              <a:ext uri="{FF2B5EF4-FFF2-40B4-BE49-F238E27FC236}">
                <a16:creationId xmlns:a16="http://schemas.microsoft.com/office/drawing/2014/main" id="{4CA2385B-8506-2D5D-F07B-2E09284ADDE4}"/>
              </a:ext>
            </a:extLst>
          </p:cNvPr>
          <p:cNvSpPr>
            <a:spLocks noGrp="1"/>
          </p:cNvSpPr>
          <p:nvPr>
            <p:ph type="ftr" sz="quarter" idx="15"/>
          </p:nvPr>
        </p:nvSpPr>
        <p:spPr/>
        <p:txBody>
          <a:bodyPr/>
          <a:lstStyle/>
          <a:p>
            <a:r>
              <a:rPr lang="en-US" altLang="zh-CN"/>
              <a:t>Sample Footer Text</a:t>
            </a:r>
          </a:p>
        </p:txBody>
      </p:sp>
      <p:sp>
        <p:nvSpPr>
          <p:cNvPr id="20" name="Slide Number Placeholder 19">
            <a:extLst>
              <a:ext uri="{FF2B5EF4-FFF2-40B4-BE49-F238E27FC236}">
                <a16:creationId xmlns:a16="http://schemas.microsoft.com/office/drawing/2014/main" id="{0368BEC8-7387-5B4D-7CCA-4C8B0CE33374}"/>
              </a:ext>
            </a:extLst>
          </p:cNvPr>
          <p:cNvSpPr>
            <a:spLocks noGrp="1"/>
          </p:cNvSpPr>
          <p:nvPr>
            <p:ph type="sldNum" sz="half" idx="16"/>
          </p:nvPr>
        </p:nvSpPr>
        <p:spPr/>
        <p:txBody>
          <a:bodyPr/>
          <a:lstStyle/>
          <a:p>
            <a:fld id="{53642C38-124F-4CC4-99D8-72838B5B5271}" type="slidenum">
              <a:rPr lang="en-US" altLang="zh-CN" smtClean="0"/>
              <a:pPr/>
              <a:t>‹#›</a:t>
            </a:fld>
            <a:endParaRPr lang="en-US" altLang="zh-CN"/>
          </a:p>
        </p:txBody>
      </p:sp>
      <p:sp>
        <p:nvSpPr>
          <p:cNvPr id="28" name="Freeform 3">
            <a:extLst>
              <a:ext uri="{FF2B5EF4-FFF2-40B4-BE49-F238E27FC236}">
                <a16:creationId xmlns:a16="http://schemas.microsoft.com/office/drawing/2014/main" id="{95E810B7-3620-D906-C0C4-97BC02CE69E7}"/>
              </a:ext>
              <a:ext uri="{C183D7F6-B498-43B3-948B-1728B52AA6E4}">
                <adec:decorative xmlns:adec="http://schemas.microsoft.com/office/drawing/2017/decorative" val="1"/>
              </a:ext>
            </a:extLst>
          </p:cNvPr>
          <p:cNvSpPr/>
          <p:nvPr userDrawn="1"/>
        </p:nvSpPr>
        <p:spPr>
          <a:xfrm rot="10800000" flipH="1" flipV="1">
            <a:off x="11762288"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9" name="Freeform 16">
            <a:extLst>
              <a:ext uri="{FF2B5EF4-FFF2-40B4-BE49-F238E27FC236}">
                <a16:creationId xmlns:a16="http://schemas.microsoft.com/office/drawing/2014/main" id="{F1124C05-E6B0-DDED-8F57-17508F5D8A42}"/>
              </a:ext>
              <a:ext uri="{C183D7F6-B498-43B3-948B-1728B52AA6E4}">
                <adec:decorative xmlns:adec="http://schemas.microsoft.com/office/drawing/2017/decorative" val="1"/>
              </a:ext>
            </a:extLst>
          </p:cNvPr>
          <p:cNvSpPr/>
          <p:nvPr userDrawn="1"/>
        </p:nvSpPr>
        <p:spPr>
          <a:xfrm rot="10800000" flipH="1" flipV="1">
            <a:off x="11335170"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31" name="Freeform 3">
            <a:extLst>
              <a:ext uri="{FF2B5EF4-FFF2-40B4-BE49-F238E27FC236}">
                <a16:creationId xmlns:a16="http://schemas.microsoft.com/office/drawing/2014/main" id="{AC47281E-14E9-4F7A-156F-6A77FE744924}"/>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32" name="Freeform 16">
            <a:extLst>
              <a:ext uri="{FF2B5EF4-FFF2-40B4-BE49-F238E27FC236}">
                <a16:creationId xmlns:a16="http://schemas.microsoft.com/office/drawing/2014/main" id="{AFCD36A2-457D-5843-DE05-EAE43B17DB99}"/>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111715434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Title,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028347" y="2258568"/>
            <a:ext cx="3813048" cy="3557016"/>
          </a:xfrm>
          <a:prstGeom prst="rect">
            <a:avLst/>
          </a:prstGeom>
        </p:spPr>
        <p:txBody>
          <a:bodyPr lIns="0" tIns="0" rIns="0" bIns="0">
            <a:normAutofit/>
          </a:bodyPr>
          <a:lstStyle>
            <a:lvl1pPr>
              <a:defRPr sz="3600"/>
            </a:lvl1pPr>
          </a:lstStyle>
          <a:p>
            <a:r>
              <a:rPr lang="en-US"/>
              <a:t>Click to edit Master title style</a:t>
            </a:r>
          </a:p>
        </p:txBody>
      </p:sp>
      <p:sp>
        <p:nvSpPr>
          <p:cNvPr id="4" name="Content Placeholder 6">
            <a:extLst>
              <a:ext uri="{FF2B5EF4-FFF2-40B4-BE49-F238E27FC236}">
                <a16:creationId xmlns:a16="http://schemas.microsoft.com/office/drawing/2014/main" id="{6513B916-63AB-A388-7882-766F60A6E4BE}"/>
              </a:ext>
            </a:extLst>
          </p:cNvPr>
          <p:cNvSpPr>
            <a:spLocks noGrp="1"/>
          </p:cNvSpPr>
          <p:nvPr>
            <p:ph sz="quarter" idx="18"/>
          </p:nvPr>
        </p:nvSpPr>
        <p:spPr>
          <a:xfrm>
            <a:off x="5200649" y="2258568"/>
            <a:ext cx="6147351" cy="3557016"/>
          </a:xfrm>
        </p:spPr>
        <p:txBody>
          <a:bodyPr lIns="0" tIns="0" rIns="0" bIns="0" anchor="b">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EEE22DB2-1C39-84E4-0FE0-A2F296AF5071}"/>
              </a:ext>
            </a:extLst>
          </p:cNvPr>
          <p:cNvSpPr>
            <a:spLocks noGrp="1"/>
          </p:cNvSpPr>
          <p:nvPr>
            <p:ph type="dt" sz="half" idx="14"/>
          </p:nvPr>
        </p:nvSpPr>
        <p:spPr/>
        <p:txBody>
          <a:bodyPr/>
          <a:lstStyle/>
          <a:p>
            <a:r>
              <a:rPr lang="en-US" altLang="zh-CN"/>
              <a:t>03/12/2025</a:t>
            </a:r>
          </a:p>
        </p:txBody>
      </p:sp>
      <p:sp>
        <p:nvSpPr>
          <p:cNvPr id="7" name="Footer Placeholder 6">
            <a:extLst>
              <a:ext uri="{FF2B5EF4-FFF2-40B4-BE49-F238E27FC236}">
                <a16:creationId xmlns:a16="http://schemas.microsoft.com/office/drawing/2014/main" id="{4EDD7F3D-2965-DB48-7373-4FBBF68B0A10}"/>
              </a:ext>
            </a:extLst>
          </p:cNvPr>
          <p:cNvSpPr>
            <a:spLocks noGrp="1"/>
          </p:cNvSpPr>
          <p:nvPr>
            <p:ph type="ftr" sz="quarter" idx="15"/>
          </p:nvPr>
        </p:nvSpPr>
        <p:spPr/>
        <p:txBody>
          <a:bodyPr/>
          <a:lstStyle/>
          <a:p>
            <a:r>
              <a:rPr lang="en-US" altLang="zh-CN"/>
              <a:t>Sample Footer Text</a:t>
            </a:r>
          </a:p>
        </p:txBody>
      </p:sp>
      <p:sp>
        <p:nvSpPr>
          <p:cNvPr id="11" name="Slide Number Placeholder 10">
            <a:extLst>
              <a:ext uri="{FF2B5EF4-FFF2-40B4-BE49-F238E27FC236}">
                <a16:creationId xmlns:a16="http://schemas.microsoft.com/office/drawing/2014/main" id="{21BDB344-D893-6274-41D1-D5E6DA9282DA}"/>
              </a:ext>
            </a:extLst>
          </p:cNvPr>
          <p:cNvSpPr>
            <a:spLocks noGrp="1"/>
          </p:cNvSpPr>
          <p:nvPr>
            <p:ph type="sldNum" sz="half" idx="16"/>
          </p:nvPr>
        </p:nvSpPr>
        <p:spPr/>
        <p:txBody>
          <a:bodyPr/>
          <a:lstStyle/>
          <a:p>
            <a:fld id="{53642C38-124F-4CC4-99D8-72838B5B5271}" type="slidenum">
              <a:rPr lang="en-US" altLang="zh-CN" smtClean="0"/>
              <a:pPr/>
              <a:t>‹#›</a:t>
            </a:fld>
            <a:endParaRPr lang="en-US" altLang="zh-CN"/>
          </a:p>
        </p:txBody>
      </p:sp>
      <p:sp>
        <p:nvSpPr>
          <p:cNvPr id="5" name="Freeform 3">
            <a:extLst>
              <a:ext uri="{FF2B5EF4-FFF2-40B4-BE49-F238E27FC236}">
                <a16:creationId xmlns:a16="http://schemas.microsoft.com/office/drawing/2014/main" id="{30682207-BEA6-1CC7-B6FF-820FE21D9838}"/>
              </a:ext>
              <a:ext uri="{C183D7F6-B498-43B3-948B-1728B52AA6E4}">
                <adec:decorative xmlns:adec="http://schemas.microsoft.com/office/drawing/2017/decorative" val="1"/>
              </a:ext>
            </a:extLst>
          </p:cNvPr>
          <p:cNvSpPr/>
          <p:nvPr userDrawn="1"/>
        </p:nvSpPr>
        <p:spPr>
          <a:xfrm rot="10800000" flipH="1">
            <a:off x="11790806" y="0"/>
            <a:ext cx="401193" cy="39773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6" name="Freeform 16">
            <a:extLst>
              <a:ext uri="{FF2B5EF4-FFF2-40B4-BE49-F238E27FC236}">
                <a16:creationId xmlns:a16="http://schemas.microsoft.com/office/drawing/2014/main" id="{001EA4F1-77C1-276D-08ED-B686A2670582}"/>
              </a:ext>
              <a:ext uri="{C183D7F6-B498-43B3-948B-1728B52AA6E4}">
                <adec:decorative xmlns:adec="http://schemas.microsoft.com/office/drawing/2017/decorative" val="1"/>
              </a:ext>
            </a:extLst>
          </p:cNvPr>
          <p:cNvSpPr/>
          <p:nvPr userDrawn="1"/>
        </p:nvSpPr>
        <p:spPr>
          <a:xfrm rot="10800000" flipH="1">
            <a:off x="11392033" y="397734"/>
            <a:ext cx="399377" cy="40026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9" name="Freeform 3">
            <a:extLst>
              <a:ext uri="{FF2B5EF4-FFF2-40B4-BE49-F238E27FC236}">
                <a16:creationId xmlns:a16="http://schemas.microsoft.com/office/drawing/2014/main" id="{14B00C23-DE19-2EC5-068B-4FBE8A2E4420}"/>
              </a:ext>
              <a:ext uri="{C183D7F6-B498-43B3-948B-1728B52AA6E4}">
                <adec:decorative xmlns:adec="http://schemas.microsoft.com/office/drawing/2017/decorative" val="1"/>
              </a:ext>
            </a:extLst>
          </p:cNvPr>
          <p:cNvSpPr/>
          <p:nvPr userDrawn="1"/>
        </p:nvSpPr>
        <p:spPr>
          <a:xfrm rot="10800000" flipH="1">
            <a:off x="10992050" y="0"/>
            <a:ext cx="401193" cy="39773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10" name="Freeform 16">
            <a:extLst>
              <a:ext uri="{FF2B5EF4-FFF2-40B4-BE49-F238E27FC236}">
                <a16:creationId xmlns:a16="http://schemas.microsoft.com/office/drawing/2014/main" id="{67A03CBB-1F42-A2CB-AE12-A7B11C168A57}"/>
              </a:ext>
              <a:ext uri="{C183D7F6-B498-43B3-948B-1728B52AA6E4}">
                <adec:decorative xmlns:adec="http://schemas.microsoft.com/office/drawing/2017/decorative" val="1"/>
              </a:ext>
            </a:extLst>
          </p:cNvPr>
          <p:cNvSpPr/>
          <p:nvPr userDrawn="1"/>
        </p:nvSpPr>
        <p:spPr>
          <a:xfrm rot="10800000" flipH="1">
            <a:off x="11790806" y="797994"/>
            <a:ext cx="399377" cy="40026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75000"/>
            </a:schemeClr>
          </a:solidFill>
        </p:spPr>
        <p:txBody>
          <a:bodyPr/>
          <a:lstStyle/>
          <a:p>
            <a:endParaRPr lang="zh-CN" altLang="en-US" sz="800"/>
          </a:p>
        </p:txBody>
      </p:sp>
    </p:spTree>
    <p:extLst>
      <p:ext uri="{BB962C8B-B14F-4D97-AF65-F5344CB8AC3E}">
        <p14:creationId xmlns:p14="http://schemas.microsoft.com/office/powerpoint/2010/main" val="88597424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1_Title, 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1109587"/>
            <a:ext cx="4145582" cy="4638825"/>
          </a:xfrm>
          <a:prstGeom prst="rect">
            <a:avLst/>
          </a:prstGeom>
        </p:spPr>
        <p:txBody>
          <a:bodyPr lIns="0" tIns="0" rIns="0" bIns="0" anchor="ctr">
            <a:normAutofit/>
          </a:bodyPr>
          <a:lstStyle>
            <a:lvl1pPr>
              <a:defRPr sz="3600"/>
            </a:lvl1pPr>
          </a:lstStyle>
          <a:p>
            <a:r>
              <a:rPr lang="en-US"/>
              <a:t>Click to edit Master title style</a:t>
            </a:r>
          </a:p>
        </p:txBody>
      </p:sp>
      <p:sp>
        <p:nvSpPr>
          <p:cNvPr id="4" name="Content Placeholder 6">
            <a:extLst>
              <a:ext uri="{FF2B5EF4-FFF2-40B4-BE49-F238E27FC236}">
                <a16:creationId xmlns:a16="http://schemas.microsoft.com/office/drawing/2014/main" id="{CE45B5BB-1826-D3AB-22C7-5A160F6D1073}"/>
              </a:ext>
            </a:extLst>
          </p:cNvPr>
          <p:cNvSpPr>
            <a:spLocks noGrp="1"/>
          </p:cNvSpPr>
          <p:nvPr>
            <p:ph sz="quarter" idx="18"/>
          </p:nvPr>
        </p:nvSpPr>
        <p:spPr>
          <a:xfrm>
            <a:off x="5219699" y="1109587"/>
            <a:ext cx="6128301" cy="4638825"/>
          </a:xfrm>
        </p:spPr>
        <p:txBody>
          <a:bodyPr lIns="0" tIns="0" rIns="0" bIns="0" anchor="ctr">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5043427F-794A-5F66-49D6-54CFCA2913A5}"/>
              </a:ext>
            </a:extLst>
          </p:cNvPr>
          <p:cNvSpPr>
            <a:spLocks noGrp="1"/>
          </p:cNvSpPr>
          <p:nvPr>
            <p:ph type="dt" sz="half" idx="14"/>
          </p:nvPr>
        </p:nvSpPr>
        <p:spPr/>
        <p:txBody>
          <a:bodyPr/>
          <a:lstStyle/>
          <a:p>
            <a:r>
              <a:rPr lang="en-US" altLang="zh-CN"/>
              <a:t>03/12/2025</a:t>
            </a:r>
          </a:p>
        </p:txBody>
      </p:sp>
      <p:sp>
        <p:nvSpPr>
          <p:cNvPr id="7" name="Footer Placeholder 6">
            <a:extLst>
              <a:ext uri="{FF2B5EF4-FFF2-40B4-BE49-F238E27FC236}">
                <a16:creationId xmlns:a16="http://schemas.microsoft.com/office/drawing/2014/main" id="{F898473E-336E-B13F-2690-DA45206C895F}"/>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A63B3D79-D6C0-B872-9C9F-86900C2B6083}"/>
              </a:ext>
            </a:extLst>
          </p:cNvPr>
          <p:cNvSpPr>
            <a:spLocks noGrp="1"/>
          </p:cNvSpPr>
          <p:nvPr>
            <p:ph type="sldNum" sz="half" idx="16"/>
          </p:nvPr>
        </p:nvSpPr>
        <p:spPr/>
        <p:txBody>
          <a:bodyPr/>
          <a:lstStyle/>
          <a:p>
            <a:fld id="{53642C38-124F-4CC4-99D8-72838B5B5271}" type="slidenum">
              <a:rPr lang="en-US" altLang="zh-CN" smtClean="0"/>
              <a:pPr/>
              <a:t>‹#›</a:t>
            </a:fld>
            <a:endParaRPr lang="en-US" altLang="zh-CN"/>
          </a:p>
        </p:txBody>
      </p:sp>
      <p:sp>
        <p:nvSpPr>
          <p:cNvPr id="18" name="Freeform 3">
            <a:extLst>
              <a:ext uri="{FF2B5EF4-FFF2-40B4-BE49-F238E27FC236}">
                <a16:creationId xmlns:a16="http://schemas.microsoft.com/office/drawing/2014/main" id="{FF662FE3-8DEC-6672-AB7C-3EB25539D787}"/>
              </a:ext>
              <a:ext uri="{C183D7F6-B498-43B3-948B-1728B52AA6E4}">
                <adec:decorative xmlns:adec="http://schemas.microsoft.com/office/drawing/2017/decorative" val="1"/>
              </a:ext>
            </a:extLst>
          </p:cNvPr>
          <p:cNvSpPr/>
          <p:nvPr userDrawn="1"/>
        </p:nvSpPr>
        <p:spPr>
          <a:xfrm rot="10800000">
            <a:off x="-2" y="0"/>
            <a:ext cx="431229" cy="427511"/>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19" name="Freeform 16">
            <a:extLst>
              <a:ext uri="{FF2B5EF4-FFF2-40B4-BE49-F238E27FC236}">
                <a16:creationId xmlns:a16="http://schemas.microsoft.com/office/drawing/2014/main" id="{4FE3D795-418D-1CFF-7D7B-61B86794722C}"/>
              </a:ext>
              <a:ext uri="{C183D7F6-B498-43B3-948B-1728B52AA6E4}">
                <adec:decorative xmlns:adec="http://schemas.microsoft.com/office/drawing/2017/decorative" val="1"/>
              </a:ext>
            </a:extLst>
          </p:cNvPr>
          <p:cNvSpPr/>
          <p:nvPr userDrawn="1"/>
        </p:nvSpPr>
        <p:spPr>
          <a:xfrm rot="10800000">
            <a:off x="430578" y="427511"/>
            <a:ext cx="429278" cy="430227"/>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20" name="Freeform 3">
            <a:extLst>
              <a:ext uri="{FF2B5EF4-FFF2-40B4-BE49-F238E27FC236}">
                <a16:creationId xmlns:a16="http://schemas.microsoft.com/office/drawing/2014/main" id="{49AF0560-4C26-5021-7336-24E0BBFD9F54}"/>
              </a:ext>
              <a:ext uri="{C183D7F6-B498-43B3-948B-1728B52AA6E4}">
                <adec:decorative xmlns:adec="http://schemas.microsoft.com/office/drawing/2017/decorative" val="1"/>
              </a:ext>
            </a:extLst>
          </p:cNvPr>
          <p:cNvSpPr/>
          <p:nvPr userDrawn="1"/>
        </p:nvSpPr>
        <p:spPr>
          <a:xfrm rot="10800000">
            <a:off x="858556" y="0"/>
            <a:ext cx="431229" cy="427511"/>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1" name="Freeform 16">
            <a:extLst>
              <a:ext uri="{FF2B5EF4-FFF2-40B4-BE49-F238E27FC236}">
                <a16:creationId xmlns:a16="http://schemas.microsoft.com/office/drawing/2014/main" id="{310526FF-AF06-7908-5126-67880AE66EDC}"/>
              </a:ext>
              <a:ext uri="{C183D7F6-B498-43B3-948B-1728B52AA6E4}">
                <adec:decorative xmlns:adec="http://schemas.microsoft.com/office/drawing/2017/decorative" val="1"/>
              </a:ext>
            </a:extLst>
          </p:cNvPr>
          <p:cNvSpPr/>
          <p:nvPr userDrawn="1"/>
        </p:nvSpPr>
        <p:spPr>
          <a:xfrm rot="10800000">
            <a:off x="1950" y="857739"/>
            <a:ext cx="429278" cy="430227"/>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75000"/>
            </a:schemeClr>
          </a:solidFill>
        </p:spPr>
        <p:txBody>
          <a:bodyPr/>
          <a:lstStyle/>
          <a:p>
            <a:endParaRPr lang="zh-CN" altLang="en-US" sz="800"/>
          </a:p>
        </p:txBody>
      </p:sp>
    </p:spTree>
    <p:extLst>
      <p:ext uri="{BB962C8B-B14F-4D97-AF65-F5344CB8AC3E}">
        <p14:creationId xmlns:p14="http://schemas.microsoft.com/office/powerpoint/2010/main" val="100864479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Title, 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hasCustomPrompt="1"/>
          </p:nvPr>
        </p:nvSpPr>
        <p:spPr>
          <a:xfrm>
            <a:off x="844000" y="877456"/>
            <a:ext cx="4142232" cy="4940661"/>
          </a:xfrm>
          <a:prstGeom prst="rect">
            <a:avLst/>
          </a:prstGeom>
        </p:spPr>
        <p:txBody>
          <a:bodyPr lIns="0" tIns="0" rIns="0" bIns="0" anchor="ctr">
            <a:normAutofit/>
          </a:bodyPr>
          <a:lstStyle>
            <a:lvl1pPr>
              <a:defRPr sz="3600"/>
            </a:lvl1pPr>
          </a:lstStyle>
          <a:p>
            <a:r>
              <a:rPr lang="en-US"/>
              <a:t>Click to edit Master title style</a:t>
            </a:r>
          </a:p>
        </p:txBody>
      </p:sp>
      <p:sp>
        <p:nvSpPr>
          <p:cNvPr id="4" name="Content Placeholder 6">
            <a:extLst>
              <a:ext uri="{FF2B5EF4-FFF2-40B4-BE49-F238E27FC236}">
                <a16:creationId xmlns:a16="http://schemas.microsoft.com/office/drawing/2014/main" id="{A22D5403-D428-6D60-B735-641C0CE3ACA5}"/>
              </a:ext>
            </a:extLst>
          </p:cNvPr>
          <p:cNvSpPr>
            <a:spLocks noGrp="1"/>
          </p:cNvSpPr>
          <p:nvPr>
            <p:ph sz="quarter" idx="18" hasCustomPrompt="1"/>
          </p:nvPr>
        </p:nvSpPr>
        <p:spPr>
          <a:xfrm>
            <a:off x="5219699" y="877457"/>
            <a:ext cx="6128301" cy="4940660"/>
          </a:xfrm>
        </p:spPr>
        <p:txBody>
          <a:bodyPr lIns="0" tIns="0" rIns="0" bIns="0" anchor="ctr">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5E49FE67-9C10-4AC5-7AE5-D720C34F5C64}"/>
              </a:ext>
            </a:extLst>
          </p:cNvPr>
          <p:cNvSpPr>
            <a:spLocks noGrp="1"/>
          </p:cNvSpPr>
          <p:nvPr>
            <p:ph type="dt" sz="half" idx="14"/>
          </p:nvPr>
        </p:nvSpPr>
        <p:spPr/>
        <p:txBody>
          <a:bodyPr/>
          <a:lstStyle/>
          <a:p>
            <a:r>
              <a:rPr lang="en-US" altLang="zh-CN"/>
              <a:t>03/12/2025</a:t>
            </a:r>
          </a:p>
        </p:txBody>
      </p:sp>
      <p:sp>
        <p:nvSpPr>
          <p:cNvPr id="7" name="Footer Placeholder 6">
            <a:extLst>
              <a:ext uri="{FF2B5EF4-FFF2-40B4-BE49-F238E27FC236}">
                <a16:creationId xmlns:a16="http://schemas.microsoft.com/office/drawing/2014/main" id="{C0F1751D-4268-7C4C-9272-15243170DB29}"/>
              </a:ext>
            </a:extLst>
          </p:cNvPr>
          <p:cNvSpPr>
            <a:spLocks noGrp="1"/>
          </p:cNvSpPr>
          <p:nvPr>
            <p:ph type="ftr" sz="quarter" idx="15"/>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DAE12790-A345-6FB8-B114-DFC78AB292F7}"/>
              </a:ext>
            </a:extLst>
          </p:cNvPr>
          <p:cNvSpPr>
            <a:spLocks noGrp="1"/>
          </p:cNvSpPr>
          <p:nvPr>
            <p:ph type="sldNum" sz="half" idx="16"/>
          </p:nvPr>
        </p:nvSpPr>
        <p:spPr/>
        <p:txBody>
          <a:bodyPr/>
          <a:lstStyle/>
          <a:p>
            <a:fld id="{53642C38-124F-4CC4-99D8-72838B5B5271}" type="slidenum">
              <a:rPr lang="en-US" altLang="zh-CN" smtClean="0"/>
              <a:pPr/>
              <a:t>‹#›</a:t>
            </a:fld>
            <a:endParaRPr lang="en-US" altLang="zh-CN"/>
          </a:p>
        </p:txBody>
      </p:sp>
      <p:sp>
        <p:nvSpPr>
          <p:cNvPr id="5" name="Freeform 3">
            <a:extLst>
              <a:ext uri="{FF2B5EF4-FFF2-40B4-BE49-F238E27FC236}">
                <a16:creationId xmlns:a16="http://schemas.microsoft.com/office/drawing/2014/main" id="{01788450-E182-A40F-B153-45B57049D0B4}"/>
              </a:ext>
              <a:ext uri="{C183D7F6-B498-43B3-948B-1728B52AA6E4}">
                <adec:decorative xmlns:adec="http://schemas.microsoft.com/office/drawing/2017/decorative" val="1"/>
              </a:ext>
            </a:extLst>
          </p:cNvPr>
          <p:cNvSpPr/>
          <p:nvPr userDrawn="1"/>
        </p:nvSpPr>
        <p:spPr>
          <a:xfrm rot="10800000">
            <a:off x="-1" y="0"/>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6" name="Freeform 16">
            <a:extLst>
              <a:ext uri="{FF2B5EF4-FFF2-40B4-BE49-F238E27FC236}">
                <a16:creationId xmlns:a16="http://schemas.microsoft.com/office/drawing/2014/main" id="{7A46BB82-91CD-56DD-D57B-19FC1EE1E1E2}"/>
              </a:ext>
              <a:ext uri="{C183D7F6-B498-43B3-948B-1728B52AA6E4}">
                <adec:decorative xmlns:adec="http://schemas.microsoft.com/office/drawing/2017/decorative" val="1"/>
              </a:ext>
            </a:extLst>
          </p:cNvPr>
          <p:cNvSpPr/>
          <p:nvPr userDrawn="1"/>
        </p:nvSpPr>
        <p:spPr>
          <a:xfrm rot="10800000">
            <a:off x="429708" y="426004"/>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10" name="Freeform 3">
            <a:extLst>
              <a:ext uri="{FF2B5EF4-FFF2-40B4-BE49-F238E27FC236}">
                <a16:creationId xmlns:a16="http://schemas.microsoft.com/office/drawing/2014/main" id="{1CC7238A-D2BC-B9DF-D479-D4DBB26BDDA9}"/>
              </a:ext>
              <a:ext uri="{C183D7F6-B498-43B3-948B-1728B52AA6E4}">
                <adec:decorative xmlns:adec="http://schemas.microsoft.com/office/drawing/2017/decorative" val="1"/>
              </a:ext>
            </a:extLst>
          </p:cNvPr>
          <p:cNvSpPr/>
          <p:nvPr userDrawn="1"/>
        </p:nvSpPr>
        <p:spPr>
          <a:xfrm rot="10800000">
            <a:off x="857472" y="0"/>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11" name="Freeform 16">
            <a:extLst>
              <a:ext uri="{FF2B5EF4-FFF2-40B4-BE49-F238E27FC236}">
                <a16:creationId xmlns:a16="http://schemas.microsoft.com/office/drawing/2014/main" id="{F064613E-7729-DDB1-C84F-F320364DC6BE}"/>
              </a:ext>
              <a:ext uri="{C183D7F6-B498-43B3-948B-1728B52AA6E4}">
                <adec:decorative xmlns:adec="http://schemas.microsoft.com/office/drawing/2017/decorative" val="1"/>
              </a:ext>
            </a:extLst>
          </p:cNvPr>
          <p:cNvSpPr/>
          <p:nvPr userDrawn="1"/>
        </p:nvSpPr>
        <p:spPr>
          <a:xfrm rot="10800000">
            <a:off x="11334527" y="0"/>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12" name="Freeform 3">
            <a:extLst>
              <a:ext uri="{FF2B5EF4-FFF2-40B4-BE49-F238E27FC236}">
                <a16:creationId xmlns:a16="http://schemas.microsoft.com/office/drawing/2014/main" id="{A432B79C-CB19-6360-5BA9-72FBDF13C4A8}"/>
              </a:ext>
              <a:ext uri="{C183D7F6-B498-43B3-948B-1728B52AA6E4}">
                <adec:decorative xmlns:adec="http://schemas.microsoft.com/office/drawing/2017/decorative" val="1"/>
              </a:ext>
            </a:extLst>
          </p:cNvPr>
          <p:cNvSpPr/>
          <p:nvPr userDrawn="1"/>
        </p:nvSpPr>
        <p:spPr>
          <a:xfrm rot="10800000">
            <a:off x="11762291" y="422716"/>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Tree>
    <p:extLst>
      <p:ext uri="{BB962C8B-B14F-4D97-AF65-F5344CB8AC3E}">
        <p14:creationId xmlns:p14="http://schemas.microsoft.com/office/powerpoint/2010/main" val="64847431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4000" y="831919"/>
            <a:ext cx="3494314" cy="5194161"/>
          </a:xfrm>
          <a:prstGeom prst="rect">
            <a:avLst/>
          </a:prstGeom>
        </p:spPr>
        <p:txBody>
          <a:bodyPr lIns="0" tIns="0" rIns="0" bIns="0" anchor="b">
            <a:normAutofit/>
          </a:bodyPr>
          <a:lstStyle>
            <a:lvl1pPr>
              <a:defRPr sz="3200"/>
            </a:lvl1pPr>
          </a:lstStyle>
          <a:p>
            <a:r>
              <a:rPr lang="en-US"/>
              <a:t>Click to edit Master title style</a:t>
            </a:r>
          </a:p>
        </p:txBody>
      </p:sp>
      <p:sp>
        <p:nvSpPr>
          <p:cNvPr id="4" name="Content Placeholder 6">
            <a:extLst>
              <a:ext uri="{FF2B5EF4-FFF2-40B4-BE49-F238E27FC236}">
                <a16:creationId xmlns:a16="http://schemas.microsoft.com/office/drawing/2014/main" id="{A9B5BB62-1676-802D-28CA-B06F5C2C949C}"/>
              </a:ext>
            </a:extLst>
          </p:cNvPr>
          <p:cNvSpPr>
            <a:spLocks noGrp="1"/>
          </p:cNvSpPr>
          <p:nvPr>
            <p:ph sz="quarter" idx="18"/>
          </p:nvPr>
        </p:nvSpPr>
        <p:spPr>
          <a:xfrm>
            <a:off x="4619625" y="831918"/>
            <a:ext cx="6728375" cy="5171363"/>
          </a:xfrm>
        </p:spPr>
        <p:txBody>
          <a:bodyPr lIns="0" tIns="0" rIns="0" bIns="0" anchor="b">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Date Placeholder 17">
            <a:extLst>
              <a:ext uri="{FF2B5EF4-FFF2-40B4-BE49-F238E27FC236}">
                <a16:creationId xmlns:a16="http://schemas.microsoft.com/office/drawing/2014/main" id="{8B616CCD-D701-115B-BB1B-C182994067B8}"/>
              </a:ext>
            </a:extLst>
          </p:cNvPr>
          <p:cNvSpPr>
            <a:spLocks noGrp="1"/>
          </p:cNvSpPr>
          <p:nvPr>
            <p:ph type="dt" sz="half" idx="14"/>
          </p:nvPr>
        </p:nvSpPr>
        <p:spPr/>
        <p:txBody>
          <a:bodyPr/>
          <a:lstStyle/>
          <a:p>
            <a:r>
              <a:rPr lang="en-US" altLang="zh-CN"/>
              <a:t>03/12/2025</a:t>
            </a:r>
          </a:p>
        </p:txBody>
      </p:sp>
      <p:sp>
        <p:nvSpPr>
          <p:cNvPr id="19" name="Footer Placeholder 18">
            <a:extLst>
              <a:ext uri="{FF2B5EF4-FFF2-40B4-BE49-F238E27FC236}">
                <a16:creationId xmlns:a16="http://schemas.microsoft.com/office/drawing/2014/main" id="{AF643B98-6E2D-806D-A578-B5CF198C6AA9}"/>
              </a:ext>
            </a:extLst>
          </p:cNvPr>
          <p:cNvSpPr>
            <a:spLocks noGrp="1"/>
          </p:cNvSpPr>
          <p:nvPr>
            <p:ph type="ftr" sz="quarter" idx="15"/>
          </p:nvPr>
        </p:nvSpPr>
        <p:spPr/>
        <p:txBody>
          <a:bodyPr/>
          <a:lstStyle/>
          <a:p>
            <a:r>
              <a:rPr lang="en-US" altLang="zh-CN"/>
              <a:t>Sample Footer Text</a:t>
            </a:r>
          </a:p>
        </p:txBody>
      </p:sp>
      <p:sp>
        <p:nvSpPr>
          <p:cNvPr id="20" name="Slide Number Placeholder 19">
            <a:extLst>
              <a:ext uri="{FF2B5EF4-FFF2-40B4-BE49-F238E27FC236}">
                <a16:creationId xmlns:a16="http://schemas.microsoft.com/office/drawing/2014/main" id="{DB716E9F-8D35-9090-39B7-A4E34B7FF904}"/>
              </a:ext>
            </a:extLst>
          </p:cNvPr>
          <p:cNvSpPr>
            <a:spLocks noGrp="1"/>
          </p:cNvSpPr>
          <p:nvPr>
            <p:ph type="sldNum" sz="half" idx="16"/>
          </p:nvPr>
        </p:nvSpPr>
        <p:spPr/>
        <p:txBody>
          <a:bodyPr/>
          <a:lstStyle/>
          <a:p>
            <a:fld id="{53642C38-124F-4CC4-99D8-72838B5B5271}" type="slidenum">
              <a:rPr lang="en-US" altLang="zh-CN" smtClean="0"/>
              <a:pPr/>
              <a:t>‹#›</a:t>
            </a:fld>
            <a:endParaRPr lang="en-US" altLang="zh-CN"/>
          </a:p>
        </p:txBody>
      </p:sp>
      <p:sp>
        <p:nvSpPr>
          <p:cNvPr id="5" name="Freeform 3">
            <a:extLst>
              <a:ext uri="{FF2B5EF4-FFF2-40B4-BE49-F238E27FC236}">
                <a16:creationId xmlns:a16="http://schemas.microsoft.com/office/drawing/2014/main" id="{E997D301-30B0-BF10-46FB-ADBABF36D227}"/>
              </a:ext>
              <a:ext uri="{C183D7F6-B498-43B3-948B-1728B52AA6E4}">
                <adec:decorative xmlns:adec="http://schemas.microsoft.com/office/drawing/2017/decorative" val="1"/>
              </a:ext>
            </a:extLst>
          </p:cNvPr>
          <p:cNvSpPr/>
          <p:nvPr userDrawn="1"/>
        </p:nvSpPr>
        <p:spPr>
          <a:xfrm rot="10800000" flipH="1" flipV="1">
            <a:off x="11762288"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6" name="Freeform 16">
            <a:extLst>
              <a:ext uri="{FF2B5EF4-FFF2-40B4-BE49-F238E27FC236}">
                <a16:creationId xmlns:a16="http://schemas.microsoft.com/office/drawing/2014/main" id="{53196826-9F2A-FE50-5F19-F64F9F72AEC1}"/>
              </a:ext>
              <a:ext uri="{C183D7F6-B498-43B3-948B-1728B52AA6E4}">
                <adec:decorative xmlns:adec="http://schemas.microsoft.com/office/drawing/2017/decorative" val="1"/>
              </a:ext>
            </a:extLst>
          </p:cNvPr>
          <p:cNvSpPr/>
          <p:nvPr userDrawn="1"/>
        </p:nvSpPr>
        <p:spPr>
          <a:xfrm rot="10800000" flipH="1" flipV="1">
            <a:off x="11335170"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21" name="Freeform 3">
            <a:extLst>
              <a:ext uri="{FF2B5EF4-FFF2-40B4-BE49-F238E27FC236}">
                <a16:creationId xmlns:a16="http://schemas.microsoft.com/office/drawing/2014/main" id="{33EA388E-880F-C7E5-E2E5-D90A7662F013}"/>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2" name="Freeform 16">
            <a:extLst>
              <a:ext uri="{FF2B5EF4-FFF2-40B4-BE49-F238E27FC236}">
                <a16:creationId xmlns:a16="http://schemas.microsoft.com/office/drawing/2014/main" id="{F63E94EF-2901-1535-5D14-9F1233BF2B50}"/>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189801251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Content Photo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087669" y="1028700"/>
            <a:ext cx="5783531" cy="2564100"/>
          </a:xfrm>
          <a:prstGeom prst="rect">
            <a:avLst/>
          </a:prstGeom>
        </p:spPr>
        <p:txBody>
          <a:bodyPr lIns="0" tIns="0" rIns="0" bIns="0" anchor="b">
            <a:normAutofit/>
          </a:bodyPr>
          <a:lstStyle>
            <a:lvl1pPr>
              <a:defRPr sz="3600">
                <a:solidFill>
                  <a:schemeClr val="accent1">
                    <a:lumMod val="75000"/>
                  </a:schemeClr>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660400" y="1884089"/>
            <a:ext cx="3710549" cy="3617923"/>
          </a:xfrm>
        </p:spPr>
        <p:txBody>
          <a:bodyPr/>
          <a:lstStyle/>
          <a:p>
            <a:endParaRPr lang="en-US"/>
          </a:p>
        </p:txBody>
      </p:sp>
      <p:sp>
        <p:nvSpPr>
          <p:cNvPr id="3" name="Content Placeholder 6">
            <a:extLst>
              <a:ext uri="{FF2B5EF4-FFF2-40B4-BE49-F238E27FC236}">
                <a16:creationId xmlns:a16="http://schemas.microsoft.com/office/drawing/2014/main" id="{BCEA338A-52D9-0816-CAB3-FE7C85C1B6E4}"/>
              </a:ext>
            </a:extLst>
          </p:cNvPr>
          <p:cNvSpPr>
            <a:spLocks noGrp="1"/>
          </p:cNvSpPr>
          <p:nvPr>
            <p:ph sz="quarter" idx="18"/>
          </p:nvPr>
        </p:nvSpPr>
        <p:spPr>
          <a:xfrm>
            <a:off x="5087669" y="3724275"/>
            <a:ext cx="5783531" cy="2093842"/>
          </a:xfrm>
        </p:spPr>
        <p:txBody>
          <a:bodyPr lIns="0" tIns="0" rIns="0" bIns="0" anchor="t">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Date Placeholder 18">
            <a:extLst>
              <a:ext uri="{FF2B5EF4-FFF2-40B4-BE49-F238E27FC236}">
                <a16:creationId xmlns:a16="http://schemas.microsoft.com/office/drawing/2014/main" id="{04FCEBF4-A201-29D0-0511-FF3BAD458985}"/>
              </a:ext>
            </a:extLst>
          </p:cNvPr>
          <p:cNvSpPr>
            <a:spLocks noGrp="1"/>
          </p:cNvSpPr>
          <p:nvPr>
            <p:ph type="dt" sz="half" idx="15"/>
          </p:nvPr>
        </p:nvSpPr>
        <p:spPr/>
        <p:txBody>
          <a:bodyPr/>
          <a:lstStyle/>
          <a:p>
            <a:r>
              <a:rPr lang="en-US" altLang="zh-CN"/>
              <a:t>03/12/2025</a:t>
            </a:r>
          </a:p>
        </p:txBody>
      </p:sp>
      <p:sp>
        <p:nvSpPr>
          <p:cNvPr id="20" name="Footer Placeholder 19">
            <a:extLst>
              <a:ext uri="{FF2B5EF4-FFF2-40B4-BE49-F238E27FC236}">
                <a16:creationId xmlns:a16="http://schemas.microsoft.com/office/drawing/2014/main" id="{5CEC21B3-BB52-2743-D2A3-D05704BF4805}"/>
              </a:ext>
            </a:extLst>
          </p:cNvPr>
          <p:cNvSpPr>
            <a:spLocks noGrp="1"/>
          </p:cNvSpPr>
          <p:nvPr>
            <p:ph type="ftr" sz="quarter" idx="16"/>
          </p:nvPr>
        </p:nvSpPr>
        <p:spPr/>
        <p:txBody>
          <a:bodyPr/>
          <a:lstStyle/>
          <a:p>
            <a:r>
              <a:rPr lang="en-US" altLang="zh-CN"/>
              <a:t>Sample Footer Text</a:t>
            </a:r>
          </a:p>
        </p:txBody>
      </p:sp>
      <p:sp>
        <p:nvSpPr>
          <p:cNvPr id="21" name="Slide Number Placeholder 20">
            <a:extLst>
              <a:ext uri="{FF2B5EF4-FFF2-40B4-BE49-F238E27FC236}">
                <a16:creationId xmlns:a16="http://schemas.microsoft.com/office/drawing/2014/main" id="{92DFE063-623F-4A4C-D225-E3BC57C2D65D}"/>
              </a:ext>
            </a:extLst>
          </p:cNvPr>
          <p:cNvSpPr>
            <a:spLocks noGrp="1"/>
          </p:cNvSpPr>
          <p:nvPr>
            <p:ph type="sldNum" sz="half" idx="17"/>
          </p:nvPr>
        </p:nvSpPr>
        <p:spPr/>
        <p:txBody>
          <a:bodyPr/>
          <a:lstStyle/>
          <a:p>
            <a:fld id="{53642C38-124F-4CC4-99D8-72838B5B5271}" type="slidenum">
              <a:rPr lang="en-US" altLang="zh-CN" smtClean="0"/>
              <a:pPr/>
              <a:t>‹#›</a:t>
            </a:fld>
            <a:endParaRPr lang="en-US" altLang="zh-CN"/>
          </a:p>
        </p:txBody>
      </p:sp>
      <p:sp>
        <p:nvSpPr>
          <p:cNvPr id="23" name="Freeform 3">
            <a:extLst>
              <a:ext uri="{FF2B5EF4-FFF2-40B4-BE49-F238E27FC236}">
                <a16:creationId xmlns:a16="http://schemas.microsoft.com/office/drawing/2014/main" id="{D0761C03-82B7-8061-6D98-03110525E3F4}"/>
              </a:ext>
              <a:ext uri="{C183D7F6-B498-43B3-948B-1728B52AA6E4}">
                <adec:decorative xmlns:adec="http://schemas.microsoft.com/office/drawing/2017/decorative" val="1"/>
              </a:ext>
            </a:extLst>
          </p:cNvPr>
          <p:cNvSpPr/>
          <p:nvPr userDrawn="1"/>
        </p:nvSpPr>
        <p:spPr>
          <a:xfrm rot="10800000" flipH="1" flipV="1">
            <a:off x="11762288"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4" name="Freeform 16">
            <a:extLst>
              <a:ext uri="{FF2B5EF4-FFF2-40B4-BE49-F238E27FC236}">
                <a16:creationId xmlns:a16="http://schemas.microsoft.com/office/drawing/2014/main" id="{AC4381C4-E2B3-2C2D-6058-129ADD63DBE9}"/>
              </a:ext>
              <a:ext uri="{C183D7F6-B498-43B3-948B-1728B52AA6E4}">
                <adec:decorative xmlns:adec="http://schemas.microsoft.com/office/drawing/2017/decorative" val="1"/>
              </a:ext>
            </a:extLst>
          </p:cNvPr>
          <p:cNvSpPr/>
          <p:nvPr userDrawn="1"/>
        </p:nvSpPr>
        <p:spPr>
          <a:xfrm rot="10800000" flipH="1" flipV="1">
            <a:off x="11335170"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26" name="Freeform 3">
            <a:extLst>
              <a:ext uri="{FF2B5EF4-FFF2-40B4-BE49-F238E27FC236}">
                <a16:creationId xmlns:a16="http://schemas.microsoft.com/office/drawing/2014/main" id="{5FBDCDFF-CE22-1BF5-A139-19CBC1B867FE}"/>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7" name="Freeform 16">
            <a:extLst>
              <a:ext uri="{FF2B5EF4-FFF2-40B4-BE49-F238E27FC236}">
                <a16:creationId xmlns:a16="http://schemas.microsoft.com/office/drawing/2014/main" id="{31D80EB8-1E31-D433-19FB-D564A1A4B20F}"/>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281728039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Content Photo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1164828" y="1467469"/>
            <a:ext cx="5976078" cy="1741243"/>
          </a:xfrm>
          <a:prstGeom prst="rect">
            <a:avLst/>
          </a:prstGeom>
        </p:spPr>
        <p:txBody>
          <a:bodyPr lIns="0" tIns="0" rIns="0" bIns="0" anchor="b"/>
          <a:lstStyle/>
          <a:p>
            <a:r>
              <a:rPr lang="en-US"/>
              <a:t>Click to edit Master title style</a:t>
            </a:r>
          </a:p>
        </p:txBody>
      </p:sp>
      <p:sp>
        <p:nvSpPr>
          <p:cNvPr id="5" name="Content Placeholder 6">
            <a:extLst>
              <a:ext uri="{FF2B5EF4-FFF2-40B4-BE49-F238E27FC236}">
                <a16:creationId xmlns:a16="http://schemas.microsoft.com/office/drawing/2014/main" id="{AFE79FA3-EB7B-08A9-30C4-84F82ED3EB82}"/>
              </a:ext>
            </a:extLst>
          </p:cNvPr>
          <p:cNvSpPr>
            <a:spLocks noGrp="1"/>
          </p:cNvSpPr>
          <p:nvPr>
            <p:ph sz="quarter" idx="18"/>
          </p:nvPr>
        </p:nvSpPr>
        <p:spPr>
          <a:xfrm>
            <a:off x="1164829" y="3428999"/>
            <a:ext cx="5976077" cy="2389117"/>
          </a:xfrm>
        </p:spPr>
        <p:txBody>
          <a:bodyPr lIns="0" tIns="0" rIns="0" bIns="0" anchor="t">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Date Placeholder 18">
            <a:extLst>
              <a:ext uri="{FF2B5EF4-FFF2-40B4-BE49-F238E27FC236}">
                <a16:creationId xmlns:a16="http://schemas.microsoft.com/office/drawing/2014/main" id="{1CEF7B94-8DF5-CD59-61D5-3089382676E3}"/>
              </a:ext>
            </a:extLst>
          </p:cNvPr>
          <p:cNvSpPr>
            <a:spLocks noGrp="1"/>
          </p:cNvSpPr>
          <p:nvPr>
            <p:ph type="dt" sz="half" idx="15"/>
          </p:nvPr>
        </p:nvSpPr>
        <p:spPr/>
        <p:txBody>
          <a:bodyPr/>
          <a:lstStyle/>
          <a:p>
            <a:r>
              <a:rPr lang="en-US" altLang="zh-CN"/>
              <a:t>03/12/2025</a:t>
            </a:r>
          </a:p>
        </p:txBody>
      </p:sp>
      <p:sp>
        <p:nvSpPr>
          <p:cNvPr id="20" name="Footer Placeholder 19">
            <a:extLst>
              <a:ext uri="{FF2B5EF4-FFF2-40B4-BE49-F238E27FC236}">
                <a16:creationId xmlns:a16="http://schemas.microsoft.com/office/drawing/2014/main" id="{C4CF5E1F-98F4-D429-818E-9D44CFA3E3FA}"/>
              </a:ext>
            </a:extLst>
          </p:cNvPr>
          <p:cNvSpPr>
            <a:spLocks noGrp="1"/>
          </p:cNvSpPr>
          <p:nvPr>
            <p:ph type="ftr" sz="quarter" idx="16"/>
          </p:nvPr>
        </p:nvSpPr>
        <p:spPr/>
        <p:txBody>
          <a:bodyPr/>
          <a:lstStyle/>
          <a:p>
            <a:r>
              <a:rPr lang="en-US" altLang="zh-CN"/>
              <a:t>Sample Footer Text</a:t>
            </a:r>
          </a:p>
        </p:txBody>
      </p:sp>
      <p:sp>
        <p:nvSpPr>
          <p:cNvPr id="21" name="Slide Number Placeholder 20">
            <a:extLst>
              <a:ext uri="{FF2B5EF4-FFF2-40B4-BE49-F238E27FC236}">
                <a16:creationId xmlns:a16="http://schemas.microsoft.com/office/drawing/2014/main" id="{122A3235-521E-4C45-CDC3-6698C3865746}"/>
              </a:ext>
            </a:extLst>
          </p:cNvPr>
          <p:cNvSpPr>
            <a:spLocks noGrp="1"/>
          </p:cNvSpPr>
          <p:nvPr>
            <p:ph type="sldNum" sz="half" idx="17"/>
          </p:nvPr>
        </p:nvSpPr>
        <p:spPr/>
        <p:txBody>
          <a:bodyPr/>
          <a:lstStyle/>
          <a:p>
            <a:fld id="{53642C38-124F-4CC4-99D8-72838B5B5271}" type="slidenum">
              <a:rPr lang="en-US" altLang="zh-CN" smtClean="0"/>
              <a:pPr/>
              <a:t>‹#›</a:t>
            </a:fld>
            <a:endParaRPr lang="en-US" altLang="zh-CN"/>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7665336" y="1467469"/>
            <a:ext cx="2659081" cy="4320000"/>
          </a:xfrm>
        </p:spPr>
        <p:txBody>
          <a:bodyPr/>
          <a:lstStyle/>
          <a:p>
            <a:endParaRPr lang="en-US"/>
          </a:p>
        </p:txBody>
      </p:sp>
      <p:sp>
        <p:nvSpPr>
          <p:cNvPr id="28" name="Freeform 3">
            <a:extLst>
              <a:ext uri="{FF2B5EF4-FFF2-40B4-BE49-F238E27FC236}">
                <a16:creationId xmlns:a16="http://schemas.microsoft.com/office/drawing/2014/main" id="{AEB61E72-1084-D791-0662-FC100A43BD6A}"/>
              </a:ext>
              <a:ext uri="{C183D7F6-B498-43B3-948B-1728B52AA6E4}">
                <adec:decorative xmlns:adec="http://schemas.microsoft.com/office/drawing/2017/decorative" val="1"/>
              </a:ext>
            </a:extLst>
          </p:cNvPr>
          <p:cNvSpPr/>
          <p:nvPr userDrawn="1"/>
        </p:nvSpPr>
        <p:spPr>
          <a:xfrm rot="10800000">
            <a:off x="1" y="0"/>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9" name="Freeform 16">
            <a:extLst>
              <a:ext uri="{FF2B5EF4-FFF2-40B4-BE49-F238E27FC236}">
                <a16:creationId xmlns:a16="http://schemas.microsoft.com/office/drawing/2014/main" id="{C1C729B3-1B41-5507-CBAC-58E69275C838}"/>
              </a:ext>
              <a:ext uri="{C183D7F6-B498-43B3-948B-1728B52AA6E4}">
                <adec:decorative xmlns:adec="http://schemas.microsoft.com/office/drawing/2017/decorative" val="1"/>
              </a:ext>
            </a:extLst>
          </p:cNvPr>
          <p:cNvSpPr/>
          <p:nvPr userDrawn="1"/>
        </p:nvSpPr>
        <p:spPr>
          <a:xfrm rot="10800000">
            <a:off x="1945" y="426004"/>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31" name="Freeform 3">
            <a:extLst>
              <a:ext uri="{FF2B5EF4-FFF2-40B4-BE49-F238E27FC236}">
                <a16:creationId xmlns:a16="http://schemas.microsoft.com/office/drawing/2014/main" id="{DD336441-2E54-E218-F16A-B0ECE84AE942}"/>
              </a:ext>
              <a:ext uri="{C183D7F6-B498-43B3-948B-1728B52AA6E4}">
                <adec:decorative xmlns:adec="http://schemas.microsoft.com/office/drawing/2017/decorative" val="1"/>
              </a:ext>
            </a:extLst>
          </p:cNvPr>
          <p:cNvSpPr/>
          <p:nvPr userDrawn="1"/>
        </p:nvSpPr>
        <p:spPr>
          <a:xfrm rot="10800000" flipV="1">
            <a:off x="11762291" y="6431996"/>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32" name="Freeform 16">
            <a:extLst>
              <a:ext uri="{FF2B5EF4-FFF2-40B4-BE49-F238E27FC236}">
                <a16:creationId xmlns:a16="http://schemas.microsoft.com/office/drawing/2014/main" id="{5884BEB0-5C9E-8AE1-4760-285A440E17B7}"/>
              </a:ext>
              <a:ext uri="{C183D7F6-B498-43B3-948B-1728B52AA6E4}">
                <adec:decorative xmlns:adec="http://schemas.microsoft.com/office/drawing/2017/decorative" val="1"/>
              </a:ext>
            </a:extLst>
          </p:cNvPr>
          <p:cNvSpPr/>
          <p:nvPr userDrawn="1"/>
        </p:nvSpPr>
        <p:spPr>
          <a:xfrm rot="10800000" flipV="1">
            <a:off x="11762291" y="6003285"/>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186643388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Content Photo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490000" y="825622"/>
            <a:ext cx="6858000" cy="932688"/>
          </a:xfrm>
          <a:prstGeom prst="rect">
            <a:avLst/>
          </a:prstGeom>
        </p:spPr>
        <p:txBody>
          <a:bodyPr lIns="0" tIns="0" rIns="0" bIns="0" anchor="b"/>
          <a:lstStyle/>
          <a:p>
            <a:r>
              <a:rPr lang="en-US"/>
              <a:t>Click to edit Master title style</a:t>
            </a:r>
          </a:p>
        </p:txBody>
      </p:sp>
      <p:sp>
        <p:nvSpPr>
          <p:cNvPr id="3" name="Content Placeholder 6">
            <a:extLst>
              <a:ext uri="{FF2B5EF4-FFF2-40B4-BE49-F238E27FC236}">
                <a16:creationId xmlns:a16="http://schemas.microsoft.com/office/drawing/2014/main" id="{39720A26-C873-5C29-E72D-90F3B1CB3218}"/>
              </a:ext>
            </a:extLst>
          </p:cNvPr>
          <p:cNvSpPr>
            <a:spLocks noGrp="1"/>
          </p:cNvSpPr>
          <p:nvPr>
            <p:ph sz="quarter" idx="18"/>
          </p:nvPr>
        </p:nvSpPr>
        <p:spPr>
          <a:xfrm>
            <a:off x="4490001" y="1895475"/>
            <a:ext cx="6845169" cy="3922642"/>
          </a:xfrm>
        </p:spPr>
        <p:txBody>
          <a:bodyPr lIns="0" tIns="0" rIns="0" bIns="0" anchor="t">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Date Placeholder 18">
            <a:extLst>
              <a:ext uri="{FF2B5EF4-FFF2-40B4-BE49-F238E27FC236}">
                <a16:creationId xmlns:a16="http://schemas.microsoft.com/office/drawing/2014/main" id="{8505280F-C00B-D852-D936-3C62B327FA10}"/>
              </a:ext>
            </a:extLst>
          </p:cNvPr>
          <p:cNvSpPr>
            <a:spLocks noGrp="1"/>
          </p:cNvSpPr>
          <p:nvPr>
            <p:ph type="dt" sz="half" idx="15"/>
          </p:nvPr>
        </p:nvSpPr>
        <p:spPr/>
        <p:txBody>
          <a:bodyPr/>
          <a:lstStyle/>
          <a:p>
            <a:r>
              <a:rPr lang="en-US" altLang="zh-CN"/>
              <a:t>03/12/2025</a:t>
            </a:r>
          </a:p>
        </p:txBody>
      </p:sp>
      <p:sp>
        <p:nvSpPr>
          <p:cNvPr id="20" name="Footer Placeholder 19">
            <a:extLst>
              <a:ext uri="{FF2B5EF4-FFF2-40B4-BE49-F238E27FC236}">
                <a16:creationId xmlns:a16="http://schemas.microsoft.com/office/drawing/2014/main" id="{2649DE42-A034-6938-4645-DADFDF1A5959}"/>
              </a:ext>
            </a:extLst>
          </p:cNvPr>
          <p:cNvSpPr>
            <a:spLocks noGrp="1"/>
          </p:cNvSpPr>
          <p:nvPr>
            <p:ph type="ftr" sz="quarter" idx="16"/>
          </p:nvPr>
        </p:nvSpPr>
        <p:spPr/>
        <p:txBody>
          <a:bodyPr/>
          <a:lstStyle/>
          <a:p>
            <a:r>
              <a:rPr lang="en-US" altLang="zh-CN"/>
              <a:t>Sample Footer Text</a:t>
            </a:r>
          </a:p>
        </p:txBody>
      </p:sp>
      <p:sp>
        <p:nvSpPr>
          <p:cNvPr id="21" name="Slide Number Placeholder 20">
            <a:extLst>
              <a:ext uri="{FF2B5EF4-FFF2-40B4-BE49-F238E27FC236}">
                <a16:creationId xmlns:a16="http://schemas.microsoft.com/office/drawing/2014/main" id="{F3716C51-B5CA-9A24-279D-F2F076975B91}"/>
              </a:ext>
            </a:extLst>
          </p:cNvPr>
          <p:cNvSpPr>
            <a:spLocks noGrp="1"/>
          </p:cNvSpPr>
          <p:nvPr>
            <p:ph type="sldNum" sz="half" idx="17"/>
          </p:nvPr>
        </p:nvSpPr>
        <p:spPr/>
        <p:txBody>
          <a:bodyPr/>
          <a:lstStyle/>
          <a:p>
            <a:fld id="{53642C38-124F-4CC4-99D8-72838B5B5271}" type="slidenum">
              <a:rPr lang="en-US" altLang="zh-CN" smtClean="0"/>
              <a:pPr/>
              <a:t>‹#›</a:t>
            </a:fld>
            <a:endParaRPr lang="en-US" altLang="zh-CN"/>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4000" y="831919"/>
            <a:ext cx="3374039" cy="5194161"/>
          </a:xfrm>
        </p:spPr>
        <p:txBody>
          <a:bodyPr/>
          <a:lstStyle/>
          <a:p>
            <a:endParaRPr lang="en-US"/>
          </a:p>
        </p:txBody>
      </p:sp>
      <p:sp>
        <p:nvSpPr>
          <p:cNvPr id="6" name="Freeform 3">
            <a:extLst>
              <a:ext uri="{FF2B5EF4-FFF2-40B4-BE49-F238E27FC236}">
                <a16:creationId xmlns:a16="http://schemas.microsoft.com/office/drawing/2014/main" id="{7F3807AB-A960-C1FA-B9B5-5323E912FBEB}"/>
              </a:ext>
              <a:ext uri="{C183D7F6-B498-43B3-948B-1728B52AA6E4}">
                <adec:decorative xmlns:adec="http://schemas.microsoft.com/office/drawing/2017/decorative" val="1"/>
              </a:ext>
            </a:extLst>
          </p:cNvPr>
          <p:cNvSpPr/>
          <p:nvPr userDrawn="1"/>
        </p:nvSpPr>
        <p:spPr>
          <a:xfrm rot="10800000" flipH="1" flipV="1">
            <a:off x="11762288"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7" name="Freeform 16">
            <a:extLst>
              <a:ext uri="{FF2B5EF4-FFF2-40B4-BE49-F238E27FC236}">
                <a16:creationId xmlns:a16="http://schemas.microsoft.com/office/drawing/2014/main" id="{D00BC8B3-50EE-3DC1-51C9-B5585196D06E}"/>
              </a:ext>
              <a:ext uri="{C183D7F6-B498-43B3-948B-1728B52AA6E4}">
                <adec:decorative xmlns:adec="http://schemas.microsoft.com/office/drawing/2017/decorative" val="1"/>
              </a:ext>
            </a:extLst>
          </p:cNvPr>
          <p:cNvSpPr/>
          <p:nvPr userDrawn="1"/>
        </p:nvSpPr>
        <p:spPr>
          <a:xfrm rot="10800000" flipH="1" flipV="1">
            <a:off x="11335170"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22" name="Freeform 3">
            <a:extLst>
              <a:ext uri="{FF2B5EF4-FFF2-40B4-BE49-F238E27FC236}">
                <a16:creationId xmlns:a16="http://schemas.microsoft.com/office/drawing/2014/main" id="{011860CD-6625-E573-D0AB-DD780DDB0A85}"/>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3" name="Freeform 16">
            <a:extLst>
              <a:ext uri="{FF2B5EF4-FFF2-40B4-BE49-F238E27FC236}">
                <a16:creationId xmlns:a16="http://schemas.microsoft.com/office/drawing/2014/main" id="{F15E657D-9708-6AD2-41B6-BCE5D3F9AA11}"/>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250155818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_Content Photo 4">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5C6104E6-797D-DE61-EBFD-7BF0502BCC04}"/>
              </a:ext>
            </a:extLst>
          </p:cNvPr>
          <p:cNvSpPr>
            <a:spLocks noGrp="1"/>
          </p:cNvSpPr>
          <p:nvPr>
            <p:ph type="title"/>
          </p:nvPr>
        </p:nvSpPr>
        <p:spPr>
          <a:xfrm>
            <a:off x="1190890" y="1320799"/>
            <a:ext cx="4030964" cy="2425701"/>
          </a:xfrm>
          <a:prstGeom prst="rect">
            <a:avLst/>
          </a:prstGeom>
        </p:spPr>
        <p:txBody>
          <a:bodyPr lIns="0" tIns="0" rIns="0" bIns="0" anchor="b">
            <a:noAutofit/>
          </a:bodyPr>
          <a:lstStyle>
            <a:lvl1pPr>
              <a:defRPr sz="3600">
                <a:solidFill>
                  <a:schemeClr val="accent1">
                    <a:lumMod val="75000"/>
                  </a:schemeClr>
                </a:solidFill>
              </a:defRPr>
            </a:lvl1pPr>
          </a:lstStyle>
          <a:p>
            <a:r>
              <a:rPr lang="en-US"/>
              <a:t>Click to edit Master title style</a:t>
            </a:r>
          </a:p>
        </p:txBody>
      </p:sp>
      <p:sp>
        <p:nvSpPr>
          <p:cNvPr id="2" name="Content Placeholder 6">
            <a:extLst>
              <a:ext uri="{FF2B5EF4-FFF2-40B4-BE49-F238E27FC236}">
                <a16:creationId xmlns:a16="http://schemas.microsoft.com/office/drawing/2014/main" id="{A31E21B6-315E-0EE4-C02E-A0648CAB508D}"/>
              </a:ext>
            </a:extLst>
          </p:cNvPr>
          <p:cNvSpPr>
            <a:spLocks noGrp="1"/>
          </p:cNvSpPr>
          <p:nvPr>
            <p:ph sz="quarter" idx="18"/>
          </p:nvPr>
        </p:nvSpPr>
        <p:spPr>
          <a:xfrm>
            <a:off x="1190891" y="3914775"/>
            <a:ext cx="4030963" cy="1802297"/>
          </a:xfrm>
        </p:spPr>
        <p:txBody>
          <a:bodyPr lIns="0" tIns="0" rIns="0" bIns="0" anchor="t">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10">
            <a:extLst>
              <a:ext uri="{FF2B5EF4-FFF2-40B4-BE49-F238E27FC236}">
                <a16:creationId xmlns:a16="http://schemas.microsoft.com/office/drawing/2014/main" id="{41874ABC-5130-9579-629F-5CECD6DC2F74}"/>
              </a:ext>
              <a:ext uri="{C183D7F6-B498-43B3-948B-1728B52AA6E4}">
                <adec:decorative xmlns:adec="http://schemas.microsoft.com/office/drawing/2017/decorative" val="0"/>
              </a:ext>
            </a:extLst>
          </p:cNvPr>
          <p:cNvSpPr>
            <a:spLocks noGrp="1"/>
          </p:cNvSpPr>
          <p:nvPr>
            <p:ph type="pic" sz="quarter" idx="13"/>
          </p:nvPr>
        </p:nvSpPr>
        <p:spPr>
          <a:xfrm>
            <a:off x="5776543" y="1320799"/>
            <a:ext cx="5030611" cy="4396273"/>
          </a:xfrm>
        </p:spPr>
        <p:txBody>
          <a:bodyPr/>
          <a:lstStyle/>
          <a:p>
            <a:endParaRPr lang="en-US"/>
          </a:p>
        </p:txBody>
      </p:sp>
      <p:sp>
        <p:nvSpPr>
          <p:cNvPr id="4" name="Date Placeholder 3">
            <a:extLst>
              <a:ext uri="{FF2B5EF4-FFF2-40B4-BE49-F238E27FC236}">
                <a16:creationId xmlns:a16="http://schemas.microsoft.com/office/drawing/2014/main" id="{56F8964B-53EF-958B-94E5-11C4DD04DA0D}"/>
              </a:ext>
            </a:extLst>
          </p:cNvPr>
          <p:cNvSpPr>
            <a:spLocks noGrp="1"/>
          </p:cNvSpPr>
          <p:nvPr>
            <p:ph type="dt" sz="half" idx="15"/>
          </p:nvPr>
        </p:nvSpPr>
        <p:spPr/>
        <p:txBody>
          <a:bodyPr/>
          <a:lstStyle/>
          <a:p>
            <a:r>
              <a:rPr lang="en-US" altLang="zh-CN"/>
              <a:t>03/12/2025</a:t>
            </a:r>
          </a:p>
        </p:txBody>
      </p:sp>
      <p:sp>
        <p:nvSpPr>
          <p:cNvPr id="9" name="Footer Placeholder 8">
            <a:extLst>
              <a:ext uri="{FF2B5EF4-FFF2-40B4-BE49-F238E27FC236}">
                <a16:creationId xmlns:a16="http://schemas.microsoft.com/office/drawing/2014/main" id="{B77FF109-7F0F-4A2E-9FA3-C6EABE92F2D3}"/>
              </a:ext>
            </a:extLst>
          </p:cNvPr>
          <p:cNvSpPr>
            <a:spLocks noGrp="1"/>
          </p:cNvSpPr>
          <p:nvPr>
            <p:ph type="ftr" sz="quarter" idx="16"/>
          </p:nvPr>
        </p:nvSpPr>
        <p:spPr/>
        <p:txBody>
          <a:bodyPr/>
          <a:lstStyle/>
          <a:p>
            <a:r>
              <a:rPr lang="en-US" altLang="zh-CN"/>
              <a:t>Sample Footer Text</a:t>
            </a:r>
          </a:p>
        </p:txBody>
      </p:sp>
      <p:sp>
        <p:nvSpPr>
          <p:cNvPr id="10" name="Slide Number Placeholder 9">
            <a:extLst>
              <a:ext uri="{FF2B5EF4-FFF2-40B4-BE49-F238E27FC236}">
                <a16:creationId xmlns:a16="http://schemas.microsoft.com/office/drawing/2014/main" id="{C19D5FAC-A9EF-AE3D-A67A-DB8A3E688775}"/>
              </a:ext>
            </a:extLst>
          </p:cNvPr>
          <p:cNvSpPr>
            <a:spLocks noGrp="1"/>
          </p:cNvSpPr>
          <p:nvPr>
            <p:ph type="sldNum" sz="half" idx="17"/>
          </p:nvPr>
        </p:nvSpPr>
        <p:spPr/>
        <p:txBody>
          <a:bodyPr/>
          <a:lstStyle/>
          <a:p>
            <a:fld id="{53642C38-124F-4CC4-99D8-72838B5B5271}" type="slidenum">
              <a:rPr lang="en-US" altLang="zh-CN" smtClean="0"/>
              <a:pPr/>
              <a:t>‹#›</a:t>
            </a:fld>
            <a:endParaRPr lang="en-US" altLang="zh-CN"/>
          </a:p>
        </p:txBody>
      </p:sp>
      <p:sp>
        <p:nvSpPr>
          <p:cNvPr id="12" name="Freeform 3">
            <a:extLst>
              <a:ext uri="{FF2B5EF4-FFF2-40B4-BE49-F238E27FC236}">
                <a16:creationId xmlns:a16="http://schemas.microsoft.com/office/drawing/2014/main" id="{6530E643-5E7C-7FB1-4446-DF0D50DAB023}"/>
              </a:ext>
              <a:ext uri="{C183D7F6-B498-43B3-948B-1728B52AA6E4}">
                <adec:decorative xmlns:adec="http://schemas.microsoft.com/office/drawing/2017/decorative" val="1"/>
              </a:ext>
            </a:extLst>
          </p:cNvPr>
          <p:cNvSpPr/>
          <p:nvPr userDrawn="1"/>
        </p:nvSpPr>
        <p:spPr>
          <a:xfrm rot="10800000">
            <a:off x="-1" y="0"/>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18" name="Freeform 16">
            <a:extLst>
              <a:ext uri="{FF2B5EF4-FFF2-40B4-BE49-F238E27FC236}">
                <a16:creationId xmlns:a16="http://schemas.microsoft.com/office/drawing/2014/main" id="{33D1D9F1-47C9-B6B1-B30A-198D9FE76E7A}"/>
              </a:ext>
              <a:ext uri="{C183D7F6-B498-43B3-948B-1728B52AA6E4}">
                <adec:decorative xmlns:adec="http://schemas.microsoft.com/office/drawing/2017/decorative" val="1"/>
              </a:ext>
            </a:extLst>
          </p:cNvPr>
          <p:cNvSpPr/>
          <p:nvPr userDrawn="1"/>
        </p:nvSpPr>
        <p:spPr>
          <a:xfrm rot="10800000">
            <a:off x="429708" y="426004"/>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359551884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_Content Photo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985613" y="831918"/>
            <a:ext cx="4361688" cy="1527048"/>
          </a:xfrm>
          <a:prstGeom prst="rect">
            <a:avLst/>
          </a:prstGeom>
        </p:spPr>
        <p:txBody>
          <a:bodyPr lIns="0" tIns="0" rIns="0" bIns="0"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4000" y="831918"/>
            <a:ext cx="5767509" cy="5194161"/>
          </a:xfrm>
        </p:spPr>
        <p:txBody>
          <a:bodyPr/>
          <a:lstStyle/>
          <a:p>
            <a:endParaRPr lang="en-US"/>
          </a:p>
        </p:txBody>
      </p:sp>
      <p:sp>
        <p:nvSpPr>
          <p:cNvPr id="3" name="Content Placeholder 6">
            <a:extLst>
              <a:ext uri="{FF2B5EF4-FFF2-40B4-BE49-F238E27FC236}">
                <a16:creationId xmlns:a16="http://schemas.microsoft.com/office/drawing/2014/main" id="{D72E3C85-5B78-070D-0E85-F61C36C6DE26}"/>
              </a:ext>
            </a:extLst>
          </p:cNvPr>
          <p:cNvSpPr>
            <a:spLocks noGrp="1"/>
          </p:cNvSpPr>
          <p:nvPr>
            <p:ph sz="quarter" idx="18"/>
          </p:nvPr>
        </p:nvSpPr>
        <p:spPr>
          <a:xfrm>
            <a:off x="6985613" y="2505074"/>
            <a:ext cx="4349557" cy="3498207"/>
          </a:xfrm>
        </p:spPr>
        <p:txBody>
          <a:bodyPr lIns="0" tIns="0" rIns="0" bIns="0" anchor="t">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Date Placeholder 18">
            <a:extLst>
              <a:ext uri="{FF2B5EF4-FFF2-40B4-BE49-F238E27FC236}">
                <a16:creationId xmlns:a16="http://schemas.microsoft.com/office/drawing/2014/main" id="{E81AE97C-0D8A-97CD-143B-4E873DF8D455}"/>
              </a:ext>
            </a:extLst>
          </p:cNvPr>
          <p:cNvSpPr>
            <a:spLocks noGrp="1"/>
          </p:cNvSpPr>
          <p:nvPr>
            <p:ph type="dt" sz="half" idx="15"/>
          </p:nvPr>
        </p:nvSpPr>
        <p:spPr/>
        <p:txBody>
          <a:bodyPr/>
          <a:lstStyle/>
          <a:p>
            <a:r>
              <a:rPr lang="en-US" altLang="zh-CN"/>
              <a:t>03/12/2025</a:t>
            </a:r>
          </a:p>
        </p:txBody>
      </p:sp>
      <p:sp>
        <p:nvSpPr>
          <p:cNvPr id="20" name="Footer Placeholder 19">
            <a:extLst>
              <a:ext uri="{FF2B5EF4-FFF2-40B4-BE49-F238E27FC236}">
                <a16:creationId xmlns:a16="http://schemas.microsoft.com/office/drawing/2014/main" id="{D6DCA34A-BD0C-B4B3-3A81-BC2314E693C8}"/>
              </a:ext>
            </a:extLst>
          </p:cNvPr>
          <p:cNvSpPr>
            <a:spLocks noGrp="1"/>
          </p:cNvSpPr>
          <p:nvPr>
            <p:ph type="ftr" sz="quarter" idx="16"/>
          </p:nvPr>
        </p:nvSpPr>
        <p:spPr/>
        <p:txBody>
          <a:bodyPr/>
          <a:lstStyle/>
          <a:p>
            <a:r>
              <a:rPr lang="en-US" altLang="zh-CN"/>
              <a:t>Sample Footer Text</a:t>
            </a:r>
          </a:p>
        </p:txBody>
      </p:sp>
      <p:sp>
        <p:nvSpPr>
          <p:cNvPr id="21" name="Slide Number Placeholder 20">
            <a:extLst>
              <a:ext uri="{FF2B5EF4-FFF2-40B4-BE49-F238E27FC236}">
                <a16:creationId xmlns:a16="http://schemas.microsoft.com/office/drawing/2014/main" id="{BD8F7D4F-C51A-2B0B-3320-9FFF5DEF75C2}"/>
              </a:ext>
            </a:extLst>
          </p:cNvPr>
          <p:cNvSpPr>
            <a:spLocks noGrp="1"/>
          </p:cNvSpPr>
          <p:nvPr>
            <p:ph type="sldNum" sz="half" idx="17"/>
          </p:nvPr>
        </p:nvSpPr>
        <p:spPr/>
        <p:txBody>
          <a:bodyPr/>
          <a:lstStyle/>
          <a:p>
            <a:fld id="{53642C38-124F-4CC4-99D8-72838B5B5271}" type="slidenum">
              <a:rPr lang="en-US" altLang="zh-CN" smtClean="0"/>
              <a:pPr/>
              <a:t>‹#›</a:t>
            </a:fld>
            <a:endParaRPr lang="en-US" altLang="zh-CN"/>
          </a:p>
        </p:txBody>
      </p:sp>
      <p:sp>
        <p:nvSpPr>
          <p:cNvPr id="4" name="Freeform 3">
            <a:extLst>
              <a:ext uri="{FF2B5EF4-FFF2-40B4-BE49-F238E27FC236}">
                <a16:creationId xmlns:a16="http://schemas.microsoft.com/office/drawing/2014/main" id="{1913B7FA-DF66-9A42-9196-7AD2A8E7074A}"/>
              </a:ext>
              <a:ext uri="{C183D7F6-B498-43B3-948B-1728B52AA6E4}">
                <adec:decorative xmlns:adec="http://schemas.microsoft.com/office/drawing/2017/decorative" val="1"/>
              </a:ext>
            </a:extLst>
          </p:cNvPr>
          <p:cNvSpPr/>
          <p:nvPr userDrawn="1"/>
        </p:nvSpPr>
        <p:spPr>
          <a:xfrm rot="10800000" flipH="1" flipV="1">
            <a:off x="11762288"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9" name="Freeform 16">
            <a:extLst>
              <a:ext uri="{FF2B5EF4-FFF2-40B4-BE49-F238E27FC236}">
                <a16:creationId xmlns:a16="http://schemas.microsoft.com/office/drawing/2014/main" id="{AFF422F5-A586-964B-51D9-B6E8BCE8037B}"/>
              </a:ext>
              <a:ext uri="{C183D7F6-B498-43B3-948B-1728B52AA6E4}">
                <adec:decorative xmlns:adec="http://schemas.microsoft.com/office/drawing/2017/decorative" val="1"/>
              </a:ext>
            </a:extLst>
          </p:cNvPr>
          <p:cNvSpPr/>
          <p:nvPr userDrawn="1"/>
        </p:nvSpPr>
        <p:spPr>
          <a:xfrm rot="10800000" flipH="1" flipV="1">
            <a:off x="11335170"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22" name="Freeform 3">
            <a:extLst>
              <a:ext uri="{FF2B5EF4-FFF2-40B4-BE49-F238E27FC236}">
                <a16:creationId xmlns:a16="http://schemas.microsoft.com/office/drawing/2014/main" id="{5D2898C3-C59B-1BEB-28CF-DD2150F0E2B4}"/>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3" name="Freeform 16">
            <a:extLst>
              <a:ext uri="{FF2B5EF4-FFF2-40B4-BE49-F238E27FC236}">
                <a16:creationId xmlns:a16="http://schemas.microsoft.com/office/drawing/2014/main" id="{7900C280-B9AD-55EC-A2F2-5BF549615C83}"/>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88414299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Content Photo 6">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0E64AB3-51D9-9992-E51A-78ADA62E241F}"/>
              </a:ext>
            </a:extLst>
          </p:cNvPr>
          <p:cNvSpPr>
            <a:spLocks noGrp="1"/>
          </p:cNvSpPr>
          <p:nvPr>
            <p:ph type="title"/>
          </p:nvPr>
        </p:nvSpPr>
        <p:spPr>
          <a:xfrm>
            <a:off x="844063" y="831918"/>
            <a:ext cx="4361688" cy="1527048"/>
          </a:xfrm>
          <a:prstGeom prst="rect">
            <a:avLst/>
          </a:prstGeom>
        </p:spPr>
        <p:txBody>
          <a:bodyPr lIns="0" tIns="0" rIns="0" bIns="0" anchor="b"/>
          <a:lstStyle/>
          <a:p>
            <a:r>
              <a:rPr lang="en-US"/>
              <a:t>Click to edit Master title style</a:t>
            </a:r>
          </a:p>
        </p:txBody>
      </p:sp>
      <p:sp>
        <p:nvSpPr>
          <p:cNvPr id="2" name="Content Placeholder 6">
            <a:extLst>
              <a:ext uri="{FF2B5EF4-FFF2-40B4-BE49-F238E27FC236}">
                <a16:creationId xmlns:a16="http://schemas.microsoft.com/office/drawing/2014/main" id="{470DBB60-4744-4506-B04A-029A56CA3663}"/>
              </a:ext>
            </a:extLst>
          </p:cNvPr>
          <p:cNvSpPr>
            <a:spLocks noGrp="1"/>
          </p:cNvSpPr>
          <p:nvPr>
            <p:ph sz="quarter" idx="18"/>
          </p:nvPr>
        </p:nvSpPr>
        <p:spPr>
          <a:xfrm>
            <a:off x="844063" y="2505074"/>
            <a:ext cx="4349557" cy="3498207"/>
          </a:xfrm>
        </p:spPr>
        <p:txBody>
          <a:bodyPr lIns="0" tIns="0" rIns="0" bIns="0" anchor="t">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0">
            <a:extLst>
              <a:ext uri="{FF2B5EF4-FFF2-40B4-BE49-F238E27FC236}">
                <a16:creationId xmlns:a16="http://schemas.microsoft.com/office/drawing/2014/main" id="{992B4E0B-09D2-1770-AF0A-79593CF5C03A}"/>
              </a:ext>
              <a:ext uri="{C183D7F6-B498-43B3-948B-1728B52AA6E4}">
                <adec:decorative xmlns:adec="http://schemas.microsoft.com/office/drawing/2017/decorative" val="0"/>
              </a:ext>
            </a:extLst>
          </p:cNvPr>
          <p:cNvSpPr>
            <a:spLocks noGrp="1"/>
          </p:cNvSpPr>
          <p:nvPr>
            <p:ph type="pic" sz="quarter" idx="13"/>
          </p:nvPr>
        </p:nvSpPr>
        <p:spPr>
          <a:xfrm>
            <a:off x="5580428" y="831918"/>
            <a:ext cx="5767509" cy="5194161"/>
          </a:xfrm>
        </p:spPr>
        <p:txBody>
          <a:bodyPr/>
          <a:lstStyle/>
          <a:p>
            <a:endParaRPr lang="en-US"/>
          </a:p>
        </p:txBody>
      </p:sp>
      <p:sp>
        <p:nvSpPr>
          <p:cNvPr id="19" name="Date Placeholder 18">
            <a:extLst>
              <a:ext uri="{FF2B5EF4-FFF2-40B4-BE49-F238E27FC236}">
                <a16:creationId xmlns:a16="http://schemas.microsoft.com/office/drawing/2014/main" id="{FB3F20AB-D164-609C-9D26-6BE8679C14AE}"/>
              </a:ext>
            </a:extLst>
          </p:cNvPr>
          <p:cNvSpPr>
            <a:spLocks noGrp="1"/>
          </p:cNvSpPr>
          <p:nvPr>
            <p:ph type="dt" sz="half" idx="15"/>
          </p:nvPr>
        </p:nvSpPr>
        <p:spPr/>
        <p:txBody>
          <a:bodyPr/>
          <a:lstStyle/>
          <a:p>
            <a:r>
              <a:rPr lang="en-US" altLang="zh-CN"/>
              <a:t>03/12/2025</a:t>
            </a:r>
          </a:p>
        </p:txBody>
      </p:sp>
      <p:sp>
        <p:nvSpPr>
          <p:cNvPr id="20" name="Footer Placeholder 19">
            <a:extLst>
              <a:ext uri="{FF2B5EF4-FFF2-40B4-BE49-F238E27FC236}">
                <a16:creationId xmlns:a16="http://schemas.microsoft.com/office/drawing/2014/main" id="{0E316387-4B77-3018-C8D4-20B9C9A4F7A0}"/>
              </a:ext>
            </a:extLst>
          </p:cNvPr>
          <p:cNvSpPr>
            <a:spLocks noGrp="1"/>
          </p:cNvSpPr>
          <p:nvPr>
            <p:ph type="ftr" sz="quarter" idx="16"/>
          </p:nvPr>
        </p:nvSpPr>
        <p:spPr/>
        <p:txBody>
          <a:bodyPr/>
          <a:lstStyle/>
          <a:p>
            <a:r>
              <a:rPr lang="en-US" altLang="zh-CN"/>
              <a:t>Sample Footer Text</a:t>
            </a:r>
          </a:p>
        </p:txBody>
      </p:sp>
      <p:sp>
        <p:nvSpPr>
          <p:cNvPr id="21" name="Slide Number Placeholder 20">
            <a:extLst>
              <a:ext uri="{FF2B5EF4-FFF2-40B4-BE49-F238E27FC236}">
                <a16:creationId xmlns:a16="http://schemas.microsoft.com/office/drawing/2014/main" id="{6C9441A4-CAF7-5B2A-2ADE-FC2E43652527}"/>
              </a:ext>
            </a:extLst>
          </p:cNvPr>
          <p:cNvSpPr>
            <a:spLocks noGrp="1"/>
          </p:cNvSpPr>
          <p:nvPr>
            <p:ph type="sldNum" sz="half" idx="17"/>
          </p:nvPr>
        </p:nvSpPr>
        <p:spPr/>
        <p:txBody>
          <a:bodyPr/>
          <a:lstStyle/>
          <a:p>
            <a:fld id="{53642C38-124F-4CC4-99D8-72838B5B5271}" type="slidenum">
              <a:rPr lang="en-US" altLang="zh-CN" smtClean="0"/>
              <a:pPr/>
              <a:t>‹#›</a:t>
            </a:fld>
            <a:endParaRPr lang="en-US" altLang="zh-CN"/>
          </a:p>
        </p:txBody>
      </p:sp>
      <p:sp>
        <p:nvSpPr>
          <p:cNvPr id="25" name="Freeform 3">
            <a:extLst>
              <a:ext uri="{FF2B5EF4-FFF2-40B4-BE49-F238E27FC236}">
                <a16:creationId xmlns:a16="http://schemas.microsoft.com/office/drawing/2014/main" id="{5ED2DB15-A178-88C7-5262-D5BF9696983A}"/>
              </a:ext>
              <a:ext uri="{C183D7F6-B498-43B3-948B-1728B52AA6E4}">
                <adec:decorative xmlns:adec="http://schemas.microsoft.com/office/drawing/2017/decorative" val="1"/>
              </a:ext>
            </a:extLst>
          </p:cNvPr>
          <p:cNvSpPr/>
          <p:nvPr userDrawn="1"/>
        </p:nvSpPr>
        <p:spPr>
          <a:xfrm rot="10800000">
            <a:off x="1" y="0"/>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6" name="Freeform 16">
            <a:extLst>
              <a:ext uri="{FF2B5EF4-FFF2-40B4-BE49-F238E27FC236}">
                <a16:creationId xmlns:a16="http://schemas.microsoft.com/office/drawing/2014/main" id="{761A9A58-8325-8CF2-D7A3-B44FA3E26599}"/>
              </a:ext>
              <a:ext uri="{C183D7F6-B498-43B3-948B-1728B52AA6E4}">
                <adec:decorative xmlns:adec="http://schemas.microsoft.com/office/drawing/2017/decorative" val="1"/>
              </a:ext>
            </a:extLst>
          </p:cNvPr>
          <p:cNvSpPr/>
          <p:nvPr userDrawn="1"/>
        </p:nvSpPr>
        <p:spPr>
          <a:xfrm rot="10800000">
            <a:off x="1945" y="426004"/>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28" name="Freeform 3">
            <a:extLst>
              <a:ext uri="{FF2B5EF4-FFF2-40B4-BE49-F238E27FC236}">
                <a16:creationId xmlns:a16="http://schemas.microsoft.com/office/drawing/2014/main" id="{F55789C7-6AFB-B4A6-ADA1-CA1E7D5BD081}"/>
              </a:ext>
              <a:ext uri="{C183D7F6-B498-43B3-948B-1728B52AA6E4}">
                <adec:decorative xmlns:adec="http://schemas.microsoft.com/office/drawing/2017/decorative" val="1"/>
              </a:ext>
            </a:extLst>
          </p:cNvPr>
          <p:cNvSpPr/>
          <p:nvPr userDrawn="1"/>
        </p:nvSpPr>
        <p:spPr>
          <a:xfrm rot="10800000" flipV="1">
            <a:off x="11762291" y="6431996"/>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9" name="Freeform 16">
            <a:extLst>
              <a:ext uri="{FF2B5EF4-FFF2-40B4-BE49-F238E27FC236}">
                <a16:creationId xmlns:a16="http://schemas.microsoft.com/office/drawing/2014/main" id="{BF7BEB2F-49A2-5201-C771-B110DEB1D628}"/>
              </a:ext>
              <a:ext uri="{C183D7F6-B498-43B3-948B-1728B52AA6E4}">
                <adec:decorative xmlns:adec="http://schemas.microsoft.com/office/drawing/2017/decorative" val="1"/>
              </a:ext>
            </a:extLst>
          </p:cNvPr>
          <p:cNvSpPr/>
          <p:nvPr userDrawn="1"/>
        </p:nvSpPr>
        <p:spPr>
          <a:xfrm rot="10800000" flipV="1">
            <a:off x="11762291" y="6003285"/>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105943573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Content Photo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825064" y="825622"/>
            <a:ext cx="4522936" cy="932688"/>
          </a:xfrm>
          <a:prstGeom prst="rect">
            <a:avLst/>
          </a:prstGeom>
        </p:spPr>
        <p:txBody>
          <a:bodyPr lIns="0" tIns="0" rIns="0" bIns="0" anchor="b"/>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31918"/>
            <a:ext cx="5648242" cy="5194161"/>
          </a:xfrm>
        </p:spPr>
        <p:txBody>
          <a:bodyPr/>
          <a:lstStyle/>
          <a:p>
            <a:endParaRPr lang="en-US"/>
          </a:p>
        </p:txBody>
      </p:sp>
      <p:sp>
        <p:nvSpPr>
          <p:cNvPr id="3" name="Content Placeholder 6">
            <a:extLst>
              <a:ext uri="{FF2B5EF4-FFF2-40B4-BE49-F238E27FC236}">
                <a16:creationId xmlns:a16="http://schemas.microsoft.com/office/drawing/2014/main" id="{EB8BE4E3-0A8E-B7FF-17E3-5F829F6F7B18}"/>
              </a:ext>
            </a:extLst>
          </p:cNvPr>
          <p:cNvSpPr>
            <a:spLocks noGrp="1"/>
          </p:cNvSpPr>
          <p:nvPr>
            <p:ph sz="quarter" idx="18"/>
          </p:nvPr>
        </p:nvSpPr>
        <p:spPr>
          <a:xfrm>
            <a:off x="6825065" y="1962150"/>
            <a:ext cx="4510106" cy="4041131"/>
          </a:xfrm>
        </p:spPr>
        <p:txBody>
          <a:bodyPr lIns="0" tIns="0" rIns="0" bIns="0" anchor="t">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Date Placeholder 18">
            <a:extLst>
              <a:ext uri="{FF2B5EF4-FFF2-40B4-BE49-F238E27FC236}">
                <a16:creationId xmlns:a16="http://schemas.microsoft.com/office/drawing/2014/main" id="{0BE74478-B59C-F28B-B6EC-90D5793F31E8}"/>
              </a:ext>
            </a:extLst>
          </p:cNvPr>
          <p:cNvSpPr>
            <a:spLocks noGrp="1"/>
          </p:cNvSpPr>
          <p:nvPr>
            <p:ph type="dt" sz="half" idx="15"/>
          </p:nvPr>
        </p:nvSpPr>
        <p:spPr/>
        <p:txBody>
          <a:bodyPr/>
          <a:lstStyle/>
          <a:p>
            <a:r>
              <a:rPr lang="en-US" altLang="zh-CN"/>
              <a:t>03/12/2025</a:t>
            </a:r>
          </a:p>
        </p:txBody>
      </p:sp>
      <p:sp>
        <p:nvSpPr>
          <p:cNvPr id="20" name="Footer Placeholder 19">
            <a:extLst>
              <a:ext uri="{FF2B5EF4-FFF2-40B4-BE49-F238E27FC236}">
                <a16:creationId xmlns:a16="http://schemas.microsoft.com/office/drawing/2014/main" id="{65A0F753-A2C8-3093-4545-3E25F7C420CC}"/>
              </a:ext>
            </a:extLst>
          </p:cNvPr>
          <p:cNvSpPr>
            <a:spLocks noGrp="1"/>
          </p:cNvSpPr>
          <p:nvPr>
            <p:ph type="ftr" sz="quarter" idx="16"/>
          </p:nvPr>
        </p:nvSpPr>
        <p:spPr/>
        <p:txBody>
          <a:bodyPr/>
          <a:lstStyle/>
          <a:p>
            <a:r>
              <a:rPr lang="en-US" altLang="zh-CN"/>
              <a:t>Sample Footer Text</a:t>
            </a:r>
          </a:p>
        </p:txBody>
      </p:sp>
      <p:sp>
        <p:nvSpPr>
          <p:cNvPr id="21" name="Slide Number Placeholder 20">
            <a:extLst>
              <a:ext uri="{FF2B5EF4-FFF2-40B4-BE49-F238E27FC236}">
                <a16:creationId xmlns:a16="http://schemas.microsoft.com/office/drawing/2014/main" id="{2C5C86C9-7977-210C-FF76-5D76368777C8}"/>
              </a:ext>
            </a:extLst>
          </p:cNvPr>
          <p:cNvSpPr>
            <a:spLocks noGrp="1"/>
          </p:cNvSpPr>
          <p:nvPr>
            <p:ph type="sldNum" sz="half" idx="17"/>
          </p:nvPr>
        </p:nvSpPr>
        <p:spPr/>
        <p:txBody>
          <a:bodyPr/>
          <a:lstStyle/>
          <a:p>
            <a:fld id="{53642C38-124F-4CC4-99D8-72838B5B5271}" type="slidenum">
              <a:rPr lang="en-US" altLang="zh-CN" smtClean="0"/>
              <a:pPr/>
              <a:t>‹#›</a:t>
            </a:fld>
            <a:endParaRPr lang="en-US" altLang="zh-CN"/>
          </a:p>
        </p:txBody>
      </p:sp>
      <p:sp>
        <p:nvSpPr>
          <p:cNvPr id="4" name="Freeform 3">
            <a:extLst>
              <a:ext uri="{FF2B5EF4-FFF2-40B4-BE49-F238E27FC236}">
                <a16:creationId xmlns:a16="http://schemas.microsoft.com/office/drawing/2014/main" id="{35FC2361-0921-A5EE-A48C-3AE54D6F1439}"/>
              </a:ext>
              <a:ext uri="{C183D7F6-B498-43B3-948B-1728B52AA6E4}">
                <adec:decorative xmlns:adec="http://schemas.microsoft.com/office/drawing/2017/decorative" val="1"/>
              </a:ext>
            </a:extLst>
          </p:cNvPr>
          <p:cNvSpPr/>
          <p:nvPr userDrawn="1"/>
        </p:nvSpPr>
        <p:spPr>
          <a:xfrm rot="10800000" flipH="1" flipV="1">
            <a:off x="11762288"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9" name="Freeform 16">
            <a:extLst>
              <a:ext uri="{FF2B5EF4-FFF2-40B4-BE49-F238E27FC236}">
                <a16:creationId xmlns:a16="http://schemas.microsoft.com/office/drawing/2014/main" id="{FFDD853F-6E3C-53A6-7449-4BF464A4C9E8}"/>
              </a:ext>
              <a:ext uri="{C183D7F6-B498-43B3-948B-1728B52AA6E4}">
                <adec:decorative xmlns:adec="http://schemas.microsoft.com/office/drawing/2017/decorative" val="1"/>
              </a:ext>
            </a:extLst>
          </p:cNvPr>
          <p:cNvSpPr/>
          <p:nvPr userDrawn="1"/>
        </p:nvSpPr>
        <p:spPr>
          <a:xfrm rot="10800000" flipH="1" flipV="1">
            <a:off x="11335170"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22" name="Freeform 3">
            <a:extLst>
              <a:ext uri="{FF2B5EF4-FFF2-40B4-BE49-F238E27FC236}">
                <a16:creationId xmlns:a16="http://schemas.microsoft.com/office/drawing/2014/main" id="{2B35B4EF-EFBB-90E4-C362-B0E484C41710}"/>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3" name="Freeform 16">
            <a:extLst>
              <a:ext uri="{FF2B5EF4-FFF2-40B4-BE49-F238E27FC236}">
                <a16:creationId xmlns:a16="http://schemas.microsoft.com/office/drawing/2014/main" id="{12EA2A9A-71AC-7D92-AA4D-2E791ED60B16}"/>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227074768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Content Photo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73490" y="831919"/>
            <a:ext cx="4572000" cy="932688"/>
          </a:xfrm>
          <a:prstGeom prst="rect">
            <a:avLst/>
          </a:prstGeom>
        </p:spPr>
        <p:txBody>
          <a:bodyPr lIns="0" tIns="0" rIns="0" bIns="0" anchor="b"/>
          <a:lstStyle>
            <a:lvl1pPr>
              <a:defRPr sz="3200"/>
            </a:lvl1pPr>
          </a:lstStyle>
          <a:p>
            <a:r>
              <a:rPr lang="en-US"/>
              <a:t>Click to edit Master title style</a:t>
            </a:r>
          </a:p>
        </p:txBody>
      </p:sp>
      <p:sp>
        <p:nvSpPr>
          <p:cNvPr id="3" name="Content Placeholder 6">
            <a:extLst>
              <a:ext uri="{FF2B5EF4-FFF2-40B4-BE49-F238E27FC236}">
                <a16:creationId xmlns:a16="http://schemas.microsoft.com/office/drawing/2014/main" id="{2C1E2C21-EE4B-2C8B-7CB9-35AD1DFBB81F}"/>
              </a:ext>
            </a:extLst>
          </p:cNvPr>
          <p:cNvSpPr>
            <a:spLocks noGrp="1"/>
          </p:cNvSpPr>
          <p:nvPr>
            <p:ph sz="quarter" idx="18"/>
          </p:nvPr>
        </p:nvSpPr>
        <p:spPr>
          <a:xfrm>
            <a:off x="873491" y="1971674"/>
            <a:ext cx="4571999" cy="4031607"/>
          </a:xfrm>
        </p:spPr>
        <p:txBody>
          <a:bodyPr lIns="0" tIns="0" rIns="0" bIns="0" anchor="t">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5917721" y="831919"/>
            <a:ext cx="5430280" cy="5194162"/>
          </a:xfrm>
        </p:spPr>
        <p:txBody>
          <a:bodyPr/>
          <a:lstStyle/>
          <a:p>
            <a:endParaRPr lang="en-US"/>
          </a:p>
        </p:txBody>
      </p:sp>
      <p:sp>
        <p:nvSpPr>
          <p:cNvPr id="19" name="Date Placeholder 18">
            <a:extLst>
              <a:ext uri="{FF2B5EF4-FFF2-40B4-BE49-F238E27FC236}">
                <a16:creationId xmlns:a16="http://schemas.microsoft.com/office/drawing/2014/main" id="{3D8EF016-30D8-AA3C-015A-9589348E6EF9}"/>
              </a:ext>
            </a:extLst>
          </p:cNvPr>
          <p:cNvSpPr>
            <a:spLocks noGrp="1"/>
          </p:cNvSpPr>
          <p:nvPr>
            <p:ph type="dt" sz="half" idx="15"/>
          </p:nvPr>
        </p:nvSpPr>
        <p:spPr/>
        <p:txBody>
          <a:bodyPr/>
          <a:lstStyle/>
          <a:p>
            <a:r>
              <a:rPr lang="en-US" altLang="zh-CN"/>
              <a:t>03/12/2025</a:t>
            </a:r>
          </a:p>
        </p:txBody>
      </p:sp>
      <p:sp>
        <p:nvSpPr>
          <p:cNvPr id="20" name="Footer Placeholder 19">
            <a:extLst>
              <a:ext uri="{FF2B5EF4-FFF2-40B4-BE49-F238E27FC236}">
                <a16:creationId xmlns:a16="http://schemas.microsoft.com/office/drawing/2014/main" id="{AA0C6602-1676-63D6-1D45-CB08F670860D}"/>
              </a:ext>
            </a:extLst>
          </p:cNvPr>
          <p:cNvSpPr>
            <a:spLocks noGrp="1"/>
          </p:cNvSpPr>
          <p:nvPr>
            <p:ph type="ftr" sz="quarter" idx="16"/>
          </p:nvPr>
        </p:nvSpPr>
        <p:spPr/>
        <p:txBody>
          <a:bodyPr/>
          <a:lstStyle/>
          <a:p>
            <a:r>
              <a:rPr lang="en-US" altLang="zh-CN"/>
              <a:t>Sample Footer Text</a:t>
            </a:r>
          </a:p>
        </p:txBody>
      </p:sp>
      <p:sp>
        <p:nvSpPr>
          <p:cNvPr id="21" name="Slide Number Placeholder 20">
            <a:extLst>
              <a:ext uri="{FF2B5EF4-FFF2-40B4-BE49-F238E27FC236}">
                <a16:creationId xmlns:a16="http://schemas.microsoft.com/office/drawing/2014/main" id="{7B99027E-21B7-3B09-FAEC-51F2F6D94368}"/>
              </a:ext>
            </a:extLst>
          </p:cNvPr>
          <p:cNvSpPr>
            <a:spLocks noGrp="1"/>
          </p:cNvSpPr>
          <p:nvPr>
            <p:ph type="sldNum" sz="half" idx="17"/>
          </p:nvPr>
        </p:nvSpPr>
        <p:spPr/>
        <p:txBody>
          <a:bodyPr/>
          <a:lstStyle/>
          <a:p>
            <a:fld id="{53642C38-124F-4CC4-99D8-72838B5B5271}" type="slidenum">
              <a:rPr lang="en-US" altLang="zh-CN" smtClean="0"/>
              <a:pPr/>
              <a:t>‹#›</a:t>
            </a:fld>
            <a:endParaRPr lang="en-US" altLang="zh-CN"/>
          </a:p>
        </p:txBody>
      </p:sp>
      <p:sp>
        <p:nvSpPr>
          <p:cNvPr id="4" name="Freeform 3">
            <a:extLst>
              <a:ext uri="{FF2B5EF4-FFF2-40B4-BE49-F238E27FC236}">
                <a16:creationId xmlns:a16="http://schemas.microsoft.com/office/drawing/2014/main" id="{DDE6F2C8-E586-9C4B-CC6E-8B149A29BFDA}"/>
              </a:ext>
              <a:ext uri="{C183D7F6-B498-43B3-948B-1728B52AA6E4}">
                <adec:decorative xmlns:adec="http://schemas.microsoft.com/office/drawing/2017/decorative" val="1"/>
              </a:ext>
            </a:extLst>
          </p:cNvPr>
          <p:cNvSpPr/>
          <p:nvPr userDrawn="1"/>
        </p:nvSpPr>
        <p:spPr>
          <a:xfrm rot="10800000" flipH="1" flipV="1">
            <a:off x="11762288"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9" name="Freeform 16">
            <a:extLst>
              <a:ext uri="{FF2B5EF4-FFF2-40B4-BE49-F238E27FC236}">
                <a16:creationId xmlns:a16="http://schemas.microsoft.com/office/drawing/2014/main" id="{2C0B3833-ED9E-3D8F-8DE7-0EF738885FAB}"/>
              </a:ext>
              <a:ext uri="{C183D7F6-B498-43B3-948B-1728B52AA6E4}">
                <adec:decorative xmlns:adec="http://schemas.microsoft.com/office/drawing/2017/decorative" val="1"/>
              </a:ext>
            </a:extLst>
          </p:cNvPr>
          <p:cNvSpPr/>
          <p:nvPr userDrawn="1"/>
        </p:nvSpPr>
        <p:spPr>
          <a:xfrm rot="10800000" flipH="1" flipV="1">
            <a:off x="11335170"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22" name="Freeform 3">
            <a:extLst>
              <a:ext uri="{FF2B5EF4-FFF2-40B4-BE49-F238E27FC236}">
                <a16:creationId xmlns:a16="http://schemas.microsoft.com/office/drawing/2014/main" id="{C0B80A75-F7DC-AECC-C696-A3DCFAD39B7F}"/>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3" name="Freeform 16">
            <a:extLst>
              <a:ext uri="{FF2B5EF4-FFF2-40B4-BE49-F238E27FC236}">
                <a16:creationId xmlns:a16="http://schemas.microsoft.com/office/drawing/2014/main" id="{24644226-D2C8-98C1-9FFC-9F9CEDB3140E}"/>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222625359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1_Content Photo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46432" y="831918"/>
            <a:ext cx="3401568" cy="1527048"/>
          </a:xfrm>
          <a:prstGeom prst="rect">
            <a:avLst/>
          </a:prstGeom>
        </p:spPr>
        <p:txBody>
          <a:bodyPr lIns="0" tIns="0" rIns="0" bIns="0" anchor="b">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4000" y="831918"/>
            <a:ext cx="6740144" cy="5194161"/>
          </a:xfrm>
        </p:spPr>
        <p:txBody>
          <a:bodyPr/>
          <a:lstStyle/>
          <a:p>
            <a:endParaRPr lang="en-US"/>
          </a:p>
        </p:txBody>
      </p:sp>
      <p:sp>
        <p:nvSpPr>
          <p:cNvPr id="3" name="Content Placeholder 6">
            <a:extLst>
              <a:ext uri="{FF2B5EF4-FFF2-40B4-BE49-F238E27FC236}">
                <a16:creationId xmlns:a16="http://schemas.microsoft.com/office/drawing/2014/main" id="{68866772-5D8C-7D5B-603A-E01C3829C24D}"/>
              </a:ext>
            </a:extLst>
          </p:cNvPr>
          <p:cNvSpPr>
            <a:spLocks noGrp="1"/>
          </p:cNvSpPr>
          <p:nvPr>
            <p:ph sz="quarter" idx="18"/>
          </p:nvPr>
        </p:nvSpPr>
        <p:spPr>
          <a:xfrm>
            <a:off x="7946432" y="2524125"/>
            <a:ext cx="3388738" cy="3479156"/>
          </a:xfrm>
        </p:spPr>
        <p:txBody>
          <a:bodyPr lIns="0" tIns="0" rIns="0" bIns="0" anchor="t">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Date Placeholder 18">
            <a:extLst>
              <a:ext uri="{FF2B5EF4-FFF2-40B4-BE49-F238E27FC236}">
                <a16:creationId xmlns:a16="http://schemas.microsoft.com/office/drawing/2014/main" id="{20856071-9E72-6DF2-24DA-6DDD1D79073E}"/>
              </a:ext>
            </a:extLst>
          </p:cNvPr>
          <p:cNvSpPr>
            <a:spLocks noGrp="1"/>
          </p:cNvSpPr>
          <p:nvPr>
            <p:ph type="dt" sz="half" idx="15"/>
          </p:nvPr>
        </p:nvSpPr>
        <p:spPr/>
        <p:txBody>
          <a:bodyPr/>
          <a:lstStyle/>
          <a:p>
            <a:r>
              <a:rPr lang="en-US" altLang="zh-CN"/>
              <a:t>03/12/2025</a:t>
            </a:r>
          </a:p>
        </p:txBody>
      </p:sp>
      <p:sp>
        <p:nvSpPr>
          <p:cNvPr id="20" name="Footer Placeholder 19">
            <a:extLst>
              <a:ext uri="{FF2B5EF4-FFF2-40B4-BE49-F238E27FC236}">
                <a16:creationId xmlns:a16="http://schemas.microsoft.com/office/drawing/2014/main" id="{8681BCF4-A353-2281-3C52-1E845F1D2C55}"/>
              </a:ext>
            </a:extLst>
          </p:cNvPr>
          <p:cNvSpPr>
            <a:spLocks noGrp="1"/>
          </p:cNvSpPr>
          <p:nvPr>
            <p:ph type="ftr" sz="quarter" idx="16"/>
          </p:nvPr>
        </p:nvSpPr>
        <p:spPr/>
        <p:txBody>
          <a:bodyPr/>
          <a:lstStyle/>
          <a:p>
            <a:r>
              <a:rPr lang="en-US" altLang="zh-CN"/>
              <a:t>Sample Footer Text</a:t>
            </a:r>
          </a:p>
        </p:txBody>
      </p:sp>
      <p:sp>
        <p:nvSpPr>
          <p:cNvPr id="21" name="Slide Number Placeholder 20">
            <a:extLst>
              <a:ext uri="{FF2B5EF4-FFF2-40B4-BE49-F238E27FC236}">
                <a16:creationId xmlns:a16="http://schemas.microsoft.com/office/drawing/2014/main" id="{A5B11221-490C-0DC9-8606-B7DFB7A2F599}"/>
              </a:ext>
            </a:extLst>
          </p:cNvPr>
          <p:cNvSpPr>
            <a:spLocks noGrp="1"/>
          </p:cNvSpPr>
          <p:nvPr>
            <p:ph type="sldNum" sz="half" idx="17"/>
          </p:nvPr>
        </p:nvSpPr>
        <p:spPr/>
        <p:txBody>
          <a:bodyPr/>
          <a:lstStyle/>
          <a:p>
            <a:fld id="{53642C38-124F-4CC4-99D8-72838B5B5271}" type="slidenum">
              <a:rPr lang="en-US" altLang="zh-CN" smtClean="0"/>
              <a:pPr/>
              <a:t>‹#›</a:t>
            </a:fld>
            <a:endParaRPr lang="en-US" altLang="zh-CN"/>
          </a:p>
        </p:txBody>
      </p:sp>
      <p:sp>
        <p:nvSpPr>
          <p:cNvPr id="5" name="Freeform 3">
            <a:extLst>
              <a:ext uri="{FF2B5EF4-FFF2-40B4-BE49-F238E27FC236}">
                <a16:creationId xmlns:a16="http://schemas.microsoft.com/office/drawing/2014/main" id="{18744F2A-4738-CC83-ECD1-CF75C356A091}"/>
              </a:ext>
              <a:ext uri="{C183D7F6-B498-43B3-948B-1728B52AA6E4}">
                <adec:decorative xmlns:adec="http://schemas.microsoft.com/office/drawing/2017/decorative" val="1"/>
              </a:ext>
            </a:extLst>
          </p:cNvPr>
          <p:cNvSpPr/>
          <p:nvPr userDrawn="1"/>
        </p:nvSpPr>
        <p:spPr>
          <a:xfrm rot="10800000" flipH="1" flipV="1">
            <a:off x="11762288"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6" name="Freeform 16">
            <a:extLst>
              <a:ext uri="{FF2B5EF4-FFF2-40B4-BE49-F238E27FC236}">
                <a16:creationId xmlns:a16="http://schemas.microsoft.com/office/drawing/2014/main" id="{4623F3AC-8D7A-9C6C-3513-8FF1E16B458E}"/>
              </a:ext>
              <a:ext uri="{C183D7F6-B498-43B3-948B-1728B52AA6E4}">
                <adec:decorative xmlns:adec="http://schemas.microsoft.com/office/drawing/2017/decorative" val="1"/>
              </a:ext>
            </a:extLst>
          </p:cNvPr>
          <p:cNvSpPr/>
          <p:nvPr userDrawn="1"/>
        </p:nvSpPr>
        <p:spPr>
          <a:xfrm rot="10800000" flipH="1" flipV="1">
            <a:off x="11335170"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22" name="Freeform 3">
            <a:extLst>
              <a:ext uri="{FF2B5EF4-FFF2-40B4-BE49-F238E27FC236}">
                <a16:creationId xmlns:a16="http://schemas.microsoft.com/office/drawing/2014/main" id="{A13E313C-E903-EF50-5599-0068431AE205}"/>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3" name="Freeform 16">
            <a:extLst>
              <a:ext uri="{FF2B5EF4-FFF2-40B4-BE49-F238E27FC236}">
                <a16:creationId xmlns:a16="http://schemas.microsoft.com/office/drawing/2014/main" id="{7D438454-D855-FBEA-6F68-E21B6174B797}"/>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36617075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1_Content Photo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31919"/>
            <a:ext cx="3401568" cy="1527048"/>
          </a:xfrm>
          <a:prstGeom prst="rect">
            <a:avLst/>
          </a:prstGeom>
        </p:spPr>
        <p:txBody>
          <a:bodyPr lIns="0" tIns="0" rIns="0" bIns="0" anchor="b">
            <a:normAutofit/>
          </a:bodyPr>
          <a:lstStyle>
            <a:lvl1pPr>
              <a:defRPr sz="3200"/>
            </a:lvl1pPr>
          </a:lstStyle>
          <a:p>
            <a:r>
              <a:rPr lang="en-US"/>
              <a:t>Click to edit Master title style</a:t>
            </a:r>
          </a:p>
        </p:txBody>
      </p:sp>
      <p:sp>
        <p:nvSpPr>
          <p:cNvPr id="3" name="Content Placeholder 6">
            <a:extLst>
              <a:ext uri="{FF2B5EF4-FFF2-40B4-BE49-F238E27FC236}">
                <a16:creationId xmlns:a16="http://schemas.microsoft.com/office/drawing/2014/main" id="{CE80394F-C876-E714-3A69-F59CC531005E}"/>
              </a:ext>
            </a:extLst>
          </p:cNvPr>
          <p:cNvSpPr>
            <a:spLocks noGrp="1"/>
          </p:cNvSpPr>
          <p:nvPr>
            <p:ph sz="quarter" idx="18"/>
          </p:nvPr>
        </p:nvSpPr>
        <p:spPr>
          <a:xfrm>
            <a:off x="856823" y="2495550"/>
            <a:ext cx="3388745" cy="3507731"/>
          </a:xfrm>
        </p:spPr>
        <p:txBody>
          <a:bodyPr lIns="0" tIns="0" rIns="0" bIns="0" anchor="t">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4761781" y="831919"/>
            <a:ext cx="6586220" cy="5194162"/>
          </a:xfrm>
        </p:spPr>
        <p:txBody>
          <a:bodyPr/>
          <a:lstStyle/>
          <a:p>
            <a:endParaRPr lang="en-US"/>
          </a:p>
        </p:txBody>
      </p:sp>
      <p:sp>
        <p:nvSpPr>
          <p:cNvPr id="19" name="Date Placeholder 18">
            <a:extLst>
              <a:ext uri="{FF2B5EF4-FFF2-40B4-BE49-F238E27FC236}">
                <a16:creationId xmlns:a16="http://schemas.microsoft.com/office/drawing/2014/main" id="{7C25AF93-C1B3-16E8-C0D6-0020B156A62D}"/>
              </a:ext>
            </a:extLst>
          </p:cNvPr>
          <p:cNvSpPr>
            <a:spLocks noGrp="1"/>
          </p:cNvSpPr>
          <p:nvPr>
            <p:ph type="dt" sz="half" idx="15"/>
          </p:nvPr>
        </p:nvSpPr>
        <p:spPr/>
        <p:txBody>
          <a:bodyPr/>
          <a:lstStyle/>
          <a:p>
            <a:r>
              <a:rPr lang="en-US" altLang="zh-CN"/>
              <a:t>03/12/2025</a:t>
            </a:r>
          </a:p>
        </p:txBody>
      </p:sp>
      <p:sp>
        <p:nvSpPr>
          <p:cNvPr id="20" name="Footer Placeholder 19">
            <a:extLst>
              <a:ext uri="{FF2B5EF4-FFF2-40B4-BE49-F238E27FC236}">
                <a16:creationId xmlns:a16="http://schemas.microsoft.com/office/drawing/2014/main" id="{39154FF2-CCF0-894A-78AD-CCE657F16A71}"/>
              </a:ext>
            </a:extLst>
          </p:cNvPr>
          <p:cNvSpPr>
            <a:spLocks noGrp="1"/>
          </p:cNvSpPr>
          <p:nvPr>
            <p:ph type="ftr" sz="quarter" idx="16"/>
          </p:nvPr>
        </p:nvSpPr>
        <p:spPr/>
        <p:txBody>
          <a:bodyPr/>
          <a:lstStyle/>
          <a:p>
            <a:r>
              <a:rPr lang="en-US" altLang="zh-CN"/>
              <a:t>Sample Footer Text</a:t>
            </a:r>
          </a:p>
        </p:txBody>
      </p:sp>
      <p:sp>
        <p:nvSpPr>
          <p:cNvPr id="21" name="Slide Number Placeholder 20">
            <a:extLst>
              <a:ext uri="{FF2B5EF4-FFF2-40B4-BE49-F238E27FC236}">
                <a16:creationId xmlns:a16="http://schemas.microsoft.com/office/drawing/2014/main" id="{3C4A122A-B87C-0622-0330-09EB9AC986AF}"/>
              </a:ext>
            </a:extLst>
          </p:cNvPr>
          <p:cNvSpPr>
            <a:spLocks noGrp="1"/>
          </p:cNvSpPr>
          <p:nvPr>
            <p:ph type="sldNum" sz="half" idx="17"/>
          </p:nvPr>
        </p:nvSpPr>
        <p:spPr/>
        <p:txBody>
          <a:bodyPr/>
          <a:lstStyle/>
          <a:p>
            <a:fld id="{53642C38-124F-4CC4-99D8-72838B5B5271}" type="slidenum">
              <a:rPr lang="en-US" altLang="zh-CN" smtClean="0"/>
              <a:pPr/>
              <a:t>‹#›</a:t>
            </a:fld>
            <a:endParaRPr lang="en-US" altLang="zh-CN"/>
          </a:p>
        </p:txBody>
      </p:sp>
      <p:sp>
        <p:nvSpPr>
          <p:cNvPr id="4" name="Freeform 3">
            <a:extLst>
              <a:ext uri="{FF2B5EF4-FFF2-40B4-BE49-F238E27FC236}">
                <a16:creationId xmlns:a16="http://schemas.microsoft.com/office/drawing/2014/main" id="{81C31CA3-9481-9C28-BA6D-C5B25DFD6712}"/>
              </a:ext>
              <a:ext uri="{C183D7F6-B498-43B3-948B-1728B52AA6E4}">
                <adec:decorative xmlns:adec="http://schemas.microsoft.com/office/drawing/2017/decorative" val="1"/>
              </a:ext>
            </a:extLst>
          </p:cNvPr>
          <p:cNvSpPr/>
          <p:nvPr userDrawn="1"/>
        </p:nvSpPr>
        <p:spPr>
          <a:xfrm rot="10800000" flipH="1" flipV="1">
            <a:off x="11762288"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9" name="Freeform 16">
            <a:extLst>
              <a:ext uri="{FF2B5EF4-FFF2-40B4-BE49-F238E27FC236}">
                <a16:creationId xmlns:a16="http://schemas.microsoft.com/office/drawing/2014/main" id="{E8DEDD24-7A3F-101A-D9B9-BC14A253215B}"/>
              </a:ext>
              <a:ext uri="{C183D7F6-B498-43B3-948B-1728B52AA6E4}">
                <adec:decorative xmlns:adec="http://schemas.microsoft.com/office/drawing/2017/decorative" val="1"/>
              </a:ext>
            </a:extLst>
          </p:cNvPr>
          <p:cNvSpPr/>
          <p:nvPr userDrawn="1"/>
        </p:nvSpPr>
        <p:spPr>
          <a:xfrm rot="10800000" flipH="1" flipV="1">
            <a:off x="11335170"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22" name="Freeform 3">
            <a:extLst>
              <a:ext uri="{FF2B5EF4-FFF2-40B4-BE49-F238E27FC236}">
                <a16:creationId xmlns:a16="http://schemas.microsoft.com/office/drawing/2014/main" id="{CDC830B8-4070-6414-56D5-754C22B5D3FC}"/>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3" name="Freeform 16">
            <a:extLst>
              <a:ext uri="{FF2B5EF4-FFF2-40B4-BE49-F238E27FC236}">
                <a16:creationId xmlns:a16="http://schemas.microsoft.com/office/drawing/2014/main" id="{48221A83-6D02-160E-DC65-A7888C470591}"/>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11084909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Content Photo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073454" y="831919"/>
            <a:ext cx="3273552" cy="2035696"/>
          </a:xfrm>
          <a:prstGeom prst="rect">
            <a:avLst/>
          </a:prstGeom>
        </p:spPr>
        <p:txBody>
          <a:bodyPr lIns="0" tIns="0" rIns="0" bIns="0" anchor="b"/>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4000" y="831919"/>
            <a:ext cx="6937365" cy="5091685"/>
          </a:xfrm>
        </p:spPr>
        <p:txBody>
          <a:bodyPr/>
          <a:lstStyle/>
          <a:p>
            <a:endParaRPr lang="en-US"/>
          </a:p>
        </p:txBody>
      </p:sp>
      <p:sp>
        <p:nvSpPr>
          <p:cNvPr id="3" name="Content Placeholder 6">
            <a:extLst>
              <a:ext uri="{FF2B5EF4-FFF2-40B4-BE49-F238E27FC236}">
                <a16:creationId xmlns:a16="http://schemas.microsoft.com/office/drawing/2014/main" id="{0345FCE3-693B-9463-54D7-0D1001E3775D}"/>
              </a:ext>
            </a:extLst>
          </p:cNvPr>
          <p:cNvSpPr>
            <a:spLocks noGrp="1"/>
          </p:cNvSpPr>
          <p:nvPr>
            <p:ph sz="quarter" idx="18"/>
          </p:nvPr>
        </p:nvSpPr>
        <p:spPr>
          <a:xfrm>
            <a:off x="8073454" y="3009900"/>
            <a:ext cx="3273552" cy="2993381"/>
          </a:xfrm>
        </p:spPr>
        <p:txBody>
          <a:bodyPr lIns="0" tIns="0" rIns="0" bIns="0" anchor="t">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Date Placeholder 18">
            <a:extLst>
              <a:ext uri="{FF2B5EF4-FFF2-40B4-BE49-F238E27FC236}">
                <a16:creationId xmlns:a16="http://schemas.microsoft.com/office/drawing/2014/main" id="{16D3ACBF-734F-AE25-9603-59B9EBFEC364}"/>
              </a:ext>
            </a:extLst>
          </p:cNvPr>
          <p:cNvSpPr>
            <a:spLocks noGrp="1"/>
          </p:cNvSpPr>
          <p:nvPr>
            <p:ph type="dt" sz="half" idx="15"/>
          </p:nvPr>
        </p:nvSpPr>
        <p:spPr/>
        <p:txBody>
          <a:bodyPr/>
          <a:lstStyle/>
          <a:p>
            <a:r>
              <a:rPr lang="en-US" altLang="zh-CN"/>
              <a:t>03/12/2025</a:t>
            </a:r>
          </a:p>
        </p:txBody>
      </p:sp>
      <p:sp>
        <p:nvSpPr>
          <p:cNvPr id="20" name="Footer Placeholder 19">
            <a:extLst>
              <a:ext uri="{FF2B5EF4-FFF2-40B4-BE49-F238E27FC236}">
                <a16:creationId xmlns:a16="http://schemas.microsoft.com/office/drawing/2014/main" id="{B6ACF095-08CC-B967-EAF6-461C7D6FA739}"/>
              </a:ext>
            </a:extLst>
          </p:cNvPr>
          <p:cNvSpPr>
            <a:spLocks noGrp="1"/>
          </p:cNvSpPr>
          <p:nvPr>
            <p:ph type="ftr" sz="quarter" idx="16"/>
          </p:nvPr>
        </p:nvSpPr>
        <p:spPr/>
        <p:txBody>
          <a:bodyPr/>
          <a:lstStyle/>
          <a:p>
            <a:r>
              <a:rPr lang="en-US" altLang="zh-CN"/>
              <a:t>Sample Footer Text</a:t>
            </a:r>
          </a:p>
        </p:txBody>
      </p:sp>
      <p:sp>
        <p:nvSpPr>
          <p:cNvPr id="21" name="Slide Number Placeholder 20">
            <a:extLst>
              <a:ext uri="{FF2B5EF4-FFF2-40B4-BE49-F238E27FC236}">
                <a16:creationId xmlns:a16="http://schemas.microsoft.com/office/drawing/2014/main" id="{087C7E7D-1817-9262-B005-EB5E3734C1C8}"/>
              </a:ext>
            </a:extLst>
          </p:cNvPr>
          <p:cNvSpPr>
            <a:spLocks noGrp="1"/>
          </p:cNvSpPr>
          <p:nvPr>
            <p:ph type="sldNum" sz="half" idx="17"/>
          </p:nvPr>
        </p:nvSpPr>
        <p:spPr/>
        <p:txBody>
          <a:bodyPr/>
          <a:lstStyle/>
          <a:p>
            <a:fld id="{53642C38-124F-4CC4-99D8-72838B5B5271}" type="slidenum">
              <a:rPr lang="en-US" altLang="zh-CN" smtClean="0"/>
              <a:pPr/>
              <a:t>‹#›</a:t>
            </a:fld>
            <a:endParaRPr lang="en-US" altLang="zh-CN"/>
          </a:p>
        </p:txBody>
      </p:sp>
      <p:sp>
        <p:nvSpPr>
          <p:cNvPr id="4" name="Freeform 3">
            <a:extLst>
              <a:ext uri="{FF2B5EF4-FFF2-40B4-BE49-F238E27FC236}">
                <a16:creationId xmlns:a16="http://schemas.microsoft.com/office/drawing/2014/main" id="{ABF1DE08-0842-0E3E-8231-68FD0BB71A02}"/>
              </a:ext>
              <a:ext uri="{C183D7F6-B498-43B3-948B-1728B52AA6E4}">
                <adec:decorative xmlns:adec="http://schemas.microsoft.com/office/drawing/2017/decorative" val="1"/>
              </a:ext>
            </a:extLst>
          </p:cNvPr>
          <p:cNvSpPr/>
          <p:nvPr userDrawn="1"/>
        </p:nvSpPr>
        <p:spPr>
          <a:xfrm rot="10800000" flipH="1" flipV="1">
            <a:off x="11762288"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9" name="Freeform 16">
            <a:extLst>
              <a:ext uri="{FF2B5EF4-FFF2-40B4-BE49-F238E27FC236}">
                <a16:creationId xmlns:a16="http://schemas.microsoft.com/office/drawing/2014/main" id="{2C58A66E-429E-1DA0-6F92-1617CE0BBBC5}"/>
              </a:ext>
              <a:ext uri="{C183D7F6-B498-43B3-948B-1728B52AA6E4}">
                <adec:decorative xmlns:adec="http://schemas.microsoft.com/office/drawing/2017/decorative" val="1"/>
              </a:ext>
            </a:extLst>
          </p:cNvPr>
          <p:cNvSpPr/>
          <p:nvPr userDrawn="1"/>
        </p:nvSpPr>
        <p:spPr>
          <a:xfrm rot="10800000" flipH="1" flipV="1">
            <a:off x="11335170"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22" name="Freeform 3">
            <a:extLst>
              <a:ext uri="{FF2B5EF4-FFF2-40B4-BE49-F238E27FC236}">
                <a16:creationId xmlns:a16="http://schemas.microsoft.com/office/drawing/2014/main" id="{71DA3FA5-CE31-5A8A-E3BB-7F74B5338EBC}"/>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3" name="Freeform 16">
            <a:extLst>
              <a:ext uri="{FF2B5EF4-FFF2-40B4-BE49-F238E27FC236}">
                <a16:creationId xmlns:a16="http://schemas.microsoft.com/office/drawing/2014/main" id="{3696DE3F-0564-CCBB-8009-781ACB372848}"/>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177113111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_Content Photo 12">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31919"/>
            <a:ext cx="10504001" cy="3472067"/>
          </a:xfrm>
        </p:spPr>
        <p:txBody>
          <a:bodyPr/>
          <a:lstStyle/>
          <a:p>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3998" y="4509559"/>
            <a:ext cx="4579339" cy="1516522"/>
          </a:xfrm>
          <a:prstGeom prst="rect">
            <a:avLst/>
          </a:prstGeom>
        </p:spPr>
        <p:txBody>
          <a:bodyPr lIns="0" tIns="0" rIns="0" bIns="0" anchor="t">
            <a:normAutofit/>
          </a:bodyPr>
          <a:lstStyle>
            <a:lvl1pPr>
              <a:defRPr sz="3200"/>
            </a:lvl1pPr>
          </a:lstStyle>
          <a:p>
            <a:r>
              <a:rPr lang="en-US"/>
              <a:t>Click to edit Master title style</a:t>
            </a:r>
          </a:p>
        </p:txBody>
      </p:sp>
      <p:sp>
        <p:nvSpPr>
          <p:cNvPr id="5" name="Content Placeholder 6">
            <a:extLst>
              <a:ext uri="{FF2B5EF4-FFF2-40B4-BE49-F238E27FC236}">
                <a16:creationId xmlns:a16="http://schemas.microsoft.com/office/drawing/2014/main" id="{A4EA3A98-C5E3-B2CD-9EFA-62B317B0BCFE}"/>
              </a:ext>
            </a:extLst>
          </p:cNvPr>
          <p:cNvSpPr>
            <a:spLocks noGrp="1"/>
          </p:cNvSpPr>
          <p:nvPr>
            <p:ph sz="quarter" idx="18"/>
          </p:nvPr>
        </p:nvSpPr>
        <p:spPr>
          <a:xfrm>
            <a:off x="5638800" y="4509559"/>
            <a:ext cx="5696373" cy="1516522"/>
          </a:xfrm>
        </p:spPr>
        <p:txBody>
          <a:bodyPr lIns="0" tIns="0" rIns="0" bIns="0" anchor="t">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AA358A34-E3F0-8B8A-BCFB-8358498FC202}"/>
              </a:ext>
            </a:extLst>
          </p:cNvPr>
          <p:cNvSpPr>
            <a:spLocks noGrp="1"/>
          </p:cNvSpPr>
          <p:nvPr>
            <p:ph type="dt" sz="half" idx="15"/>
          </p:nvPr>
        </p:nvSpPr>
        <p:spPr/>
        <p:txBody>
          <a:bodyPr/>
          <a:lstStyle/>
          <a:p>
            <a:r>
              <a:rPr lang="en-US" altLang="zh-CN"/>
              <a:t>03/12/2025</a:t>
            </a:r>
          </a:p>
        </p:txBody>
      </p:sp>
      <p:sp>
        <p:nvSpPr>
          <p:cNvPr id="4" name="Footer Placeholder 3">
            <a:extLst>
              <a:ext uri="{FF2B5EF4-FFF2-40B4-BE49-F238E27FC236}">
                <a16:creationId xmlns:a16="http://schemas.microsoft.com/office/drawing/2014/main" id="{A190300A-4E7A-2EDB-59D2-1CB0DA100615}"/>
              </a:ext>
            </a:extLst>
          </p:cNvPr>
          <p:cNvSpPr>
            <a:spLocks noGrp="1"/>
          </p:cNvSpPr>
          <p:nvPr>
            <p:ph type="ftr" sz="quarter" idx="16"/>
          </p:nvPr>
        </p:nvSpPr>
        <p:spPr/>
        <p:txBody>
          <a:bodyPr/>
          <a:lstStyle/>
          <a:p>
            <a:r>
              <a:rPr lang="en-US" altLang="zh-CN"/>
              <a:t>Sample Footer Text</a:t>
            </a:r>
          </a:p>
        </p:txBody>
      </p:sp>
      <p:sp>
        <p:nvSpPr>
          <p:cNvPr id="9" name="Slide Number Placeholder 8">
            <a:extLst>
              <a:ext uri="{FF2B5EF4-FFF2-40B4-BE49-F238E27FC236}">
                <a16:creationId xmlns:a16="http://schemas.microsoft.com/office/drawing/2014/main" id="{26B06D6A-CC2F-C84A-C8E6-8CE8C62B6197}"/>
              </a:ext>
            </a:extLst>
          </p:cNvPr>
          <p:cNvSpPr>
            <a:spLocks noGrp="1"/>
          </p:cNvSpPr>
          <p:nvPr>
            <p:ph type="sldNum" sz="half" idx="17"/>
          </p:nvPr>
        </p:nvSpPr>
        <p:spPr/>
        <p:txBody>
          <a:bodyPr/>
          <a:lstStyle/>
          <a:p>
            <a:fld id="{53642C38-124F-4CC4-99D8-72838B5B5271}" type="slidenum">
              <a:rPr lang="en-US" altLang="zh-CN" smtClean="0"/>
              <a:pPr/>
              <a:t>‹#›</a:t>
            </a:fld>
            <a:endParaRPr lang="en-US" altLang="zh-CN"/>
          </a:p>
        </p:txBody>
      </p:sp>
      <p:sp>
        <p:nvSpPr>
          <p:cNvPr id="12" name="Freeform 3">
            <a:extLst>
              <a:ext uri="{FF2B5EF4-FFF2-40B4-BE49-F238E27FC236}">
                <a16:creationId xmlns:a16="http://schemas.microsoft.com/office/drawing/2014/main" id="{7CA0D19C-970E-A781-D287-30B0BFD98899}"/>
              </a:ext>
              <a:ext uri="{C183D7F6-B498-43B3-948B-1728B52AA6E4}">
                <adec:decorative xmlns:adec="http://schemas.microsoft.com/office/drawing/2017/decorative" val="1"/>
              </a:ext>
            </a:extLst>
          </p:cNvPr>
          <p:cNvSpPr/>
          <p:nvPr userDrawn="1"/>
        </p:nvSpPr>
        <p:spPr>
          <a:xfrm rot="10800000" flipH="1">
            <a:off x="11762291"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13" name="Freeform 16">
            <a:extLst>
              <a:ext uri="{FF2B5EF4-FFF2-40B4-BE49-F238E27FC236}">
                <a16:creationId xmlns:a16="http://schemas.microsoft.com/office/drawing/2014/main" id="{5B2C7366-AEAB-C81B-8135-B3607F4961E8}"/>
              </a:ext>
              <a:ext uri="{C183D7F6-B498-43B3-948B-1728B52AA6E4}">
                <adec:decorative xmlns:adec="http://schemas.microsoft.com/office/drawing/2017/decorative" val="1"/>
              </a:ext>
            </a:extLst>
          </p:cNvPr>
          <p:cNvSpPr/>
          <p:nvPr userDrawn="1"/>
        </p:nvSpPr>
        <p:spPr>
          <a:xfrm rot="10800000" flipH="1">
            <a:off x="11335174"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7" name="Freeform 3">
            <a:extLst>
              <a:ext uri="{FF2B5EF4-FFF2-40B4-BE49-F238E27FC236}">
                <a16:creationId xmlns:a16="http://schemas.microsoft.com/office/drawing/2014/main" id="{AE621B01-C155-8ABE-4692-F3D9CBECB61E}"/>
              </a:ext>
              <a:ext uri="{C183D7F6-B498-43B3-948B-1728B52AA6E4}">
                <adec:decorative xmlns:adec="http://schemas.microsoft.com/office/drawing/2017/decorative" val="1"/>
              </a:ext>
            </a:extLst>
          </p:cNvPr>
          <p:cNvSpPr/>
          <p:nvPr userDrawn="1"/>
        </p:nvSpPr>
        <p:spPr>
          <a:xfrm rot="10800000" flipH="1">
            <a:off x="10905465" y="0"/>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Tree>
    <p:extLst>
      <p:ext uri="{BB962C8B-B14F-4D97-AF65-F5344CB8AC3E}">
        <p14:creationId xmlns:p14="http://schemas.microsoft.com/office/powerpoint/2010/main" val="106198366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1_Content Photo 13">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865938"/>
            <a:ext cx="10504001" cy="2556004"/>
          </a:xfrm>
        </p:spPr>
        <p:txBody>
          <a:bodyPr/>
          <a:lstStyle/>
          <a:p>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3999" y="3785800"/>
            <a:ext cx="2953618" cy="2240280"/>
          </a:xfrm>
          <a:prstGeom prst="rect">
            <a:avLst/>
          </a:prstGeom>
        </p:spPr>
        <p:txBody>
          <a:bodyPr lIns="0" tIns="0" rIns="0" bIns="0" anchor="t">
            <a:normAutofit/>
          </a:bodyPr>
          <a:lstStyle>
            <a:lvl1pPr>
              <a:defRPr sz="3200"/>
            </a:lvl1pPr>
          </a:lstStyle>
          <a:p>
            <a:r>
              <a:rPr lang="en-US"/>
              <a:t>Click to edit Master title style</a:t>
            </a:r>
          </a:p>
        </p:txBody>
      </p:sp>
      <p:sp>
        <p:nvSpPr>
          <p:cNvPr id="4" name="Content Placeholder 6">
            <a:extLst>
              <a:ext uri="{FF2B5EF4-FFF2-40B4-BE49-F238E27FC236}">
                <a16:creationId xmlns:a16="http://schemas.microsoft.com/office/drawing/2014/main" id="{E92DBEFC-CE96-296C-F6BD-DA8A229B49FA}"/>
              </a:ext>
            </a:extLst>
          </p:cNvPr>
          <p:cNvSpPr>
            <a:spLocks noGrp="1"/>
          </p:cNvSpPr>
          <p:nvPr>
            <p:ph sz="quarter" idx="18"/>
          </p:nvPr>
        </p:nvSpPr>
        <p:spPr>
          <a:xfrm>
            <a:off x="3971926" y="3785800"/>
            <a:ext cx="7363248" cy="2240281"/>
          </a:xfrm>
        </p:spPr>
        <p:txBody>
          <a:bodyPr lIns="0" tIns="0" rIns="0" bIns="0" anchor="t">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8F6FBC6B-537B-DB90-4A5A-5A8D081296AE}"/>
              </a:ext>
            </a:extLst>
          </p:cNvPr>
          <p:cNvSpPr>
            <a:spLocks noGrp="1"/>
          </p:cNvSpPr>
          <p:nvPr>
            <p:ph type="dt" sz="half" idx="15"/>
          </p:nvPr>
        </p:nvSpPr>
        <p:spPr/>
        <p:txBody>
          <a:bodyPr/>
          <a:lstStyle/>
          <a:p>
            <a:r>
              <a:rPr lang="en-US" altLang="zh-CN"/>
              <a:t>03/12/2025</a:t>
            </a:r>
          </a:p>
        </p:txBody>
      </p:sp>
      <p:sp>
        <p:nvSpPr>
          <p:cNvPr id="10" name="Footer Placeholder 9">
            <a:extLst>
              <a:ext uri="{FF2B5EF4-FFF2-40B4-BE49-F238E27FC236}">
                <a16:creationId xmlns:a16="http://schemas.microsoft.com/office/drawing/2014/main" id="{A70822BA-F7DF-D952-F905-8B49D67C88C9}"/>
              </a:ext>
            </a:extLst>
          </p:cNvPr>
          <p:cNvSpPr>
            <a:spLocks noGrp="1"/>
          </p:cNvSpPr>
          <p:nvPr>
            <p:ph type="ftr" sz="quarter" idx="16"/>
          </p:nvPr>
        </p:nvSpPr>
        <p:spPr/>
        <p:txBody>
          <a:bodyPr/>
          <a:lstStyle/>
          <a:p>
            <a:r>
              <a:rPr lang="en-US" altLang="zh-CN"/>
              <a:t>Sample Footer Text</a:t>
            </a:r>
          </a:p>
        </p:txBody>
      </p:sp>
      <p:sp>
        <p:nvSpPr>
          <p:cNvPr id="12" name="Slide Number Placeholder 11">
            <a:extLst>
              <a:ext uri="{FF2B5EF4-FFF2-40B4-BE49-F238E27FC236}">
                <a16:creationId xmlns:a16="http://schemas.microsoft.com/office/drawing/2014/main" id="{3F0DC4AA-2D43-DFEB-33A4-3DB62C2B2AF0}"/>
              </a:ext>
            </a:extLst>
          </p:cNvPr>
          <p:cNvSpPr>
            <a:spLocks noGrp="1"/>
          </p:cNvSpPr>
          <p:nvPr>
            <p:ph type="sldNum" sz="half" idx="17"/>
          </p:nvPr>
        </p:nvSpPr>
        <p:spPr/>
        <p:txBody>
          <a:bodyPr/>
          <a:lstStyle/>
          <a:p>
            <a:fld id="{53642C38-124F-4CC4-99D8-72838B5B5271}" type="slidenum">
              <a:rPr lang="en-US" altLang="zh-CN" smtClean="0"/>
              <a:pPr/>
              <a:t>‹#›</a:t>
            </a:fld>
            <a:endParaRPr lang="en-US" altLang="zh-CN"/>
          </a:p>
        </p:txBody>
      </p:sp>
      <p:sp>
        <p:nvSpPr>
          <p:cNvPr id="7" name="Freeform 3">
            <a:extLst>
              <a:ext uri="{FF2B5EF4-FFF2-40B4-BE49-F238E27FC236}">
                <a16:creationId xmlns:a16="http://schemas.microsoft.com/office/drawing/2014/main" id="{7C675A4C-482A-AB12-4B1E-BD0B580F4E71}"/>
              </a:ext>
              <a:ext uri="{C183D7F6-B498-43B3-948B-1728B52AA6E4}">
                <adec:decorative xmlns:adec="http://schemas.microsoft.com/office/drawing/2017/decorative" val="1"/>
              </a:ext>
            </a:extLst>
          </p:cNvPr>
          <p:cNvSpPr/>
          <p:nvPr userDrawn="1"/>
        </p:nvSpPr>
        <p:spPr>
          <a:xfrm rot="10800000" flipH="1">
            <a:off x="11762291"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9" name="Freeform 16">
            <a:extLst>
              <a:ext uri="{FF2B5EF4-FFF2-40B4-BE49-F238E27FC236}">
                <a16:creationId xmlns:a16="http://schemas.microsoft.com/office/drawing/2014/main" id="{11FC9B7C-6843-C1E4-D432-4CADCA89D373}"/>
              </a:ext>
              <a:ext uri="{C183D7F6-B498-43B3-948B-1728B52AA6E4}">
                <adec:decorative xmlns:adec="http://schemas.microsoft.com/office/drawing/2017/decorative" val="1"/>
              </a:ext>
            </a:extLst>
          </p:cNvPr>
          <p:cNvSpPr/>
          <p:nvPr userDrawn="1"/>
        </p:nvSpPr>
        <p:spPr>
          <a:xfrm rot="10800000" flipH="1">
            <a:off x="11335174"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6" name="Freeform 3">
            <a:extLst>
              <a:ext uri="{FF2B5EF4-FFF2-40B4-BE49-F238E27FC236}">
                <a16:creationId xmlns:a16="http://schemas.microsoft.com/office/drawing/2014/main" id="{058AA8C0-7CA2-E4C7-E229-75A563253D95}"/>
              </a:ext>
              <a:ext uri="{C183D7F6-B498-43B3-948B-1728B52AA6E4}">
                <adec:decorative xmlns:adec="http://schemas.microsoft.com/office/drawing/2017/decorative" val="1"/>
              </a:ext>
            </a:extLst>
          </p:cNvPr>
          <p:cNvSpPr/>
          <p:nvPr userDrawn="1"/>
        </p:nvSpPr>
        <p:spPr>
          <a:xfrm rot="10800000" flipH="1">
            <a:off x="10905465" y="0"/>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Tree>
    <p:extLst>
      <p:ext uri="{BB962C8B-B14F-4D97-AF65-F5344CB8AC3E}">
        <p14:creationId xmlns:p14="http://schemas.microsoft.com/office/powerpoint/2010/main" val="356188331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1_Content Photo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31918"/>
            <a:ext cx="2953618" cy="2240279"/>
          </a:xfrm>
          <a:prstGeom prst="rect">
            <a:avLst/>
          </a:prstGeom>
        </p:spPr>
        <p:txBody>
          <a:bodyPr lIns="0" tIns="0" rIns="0" bIns="0" anchor="t">
            <a:normAutofit/>
          </a:bodyPr>
          <a:lstStyle>
            <a:lvl1pPr>
              <a:defRPr sz="3200"/>
            </a:lvl1pPr>
          </a:lstStyle>
          <a:p>
            <a:r>
              <a:rPr lang="en-US"/>
              <a:t>Click to edit Master title style</a:t>
            </a:r>
          </a:p>
        </p:txBody>
      </p:sp>
      <p:sp>
        <p:nvSpPr>
          <p:cNvPr id="3" name="Content Placeholder 6">
            <a:extLst>
              <a:ext uri="{FF2B5EF4-FFF2-40B4-BE49-F238E27FC236}">
                <a16:creationId xmlns:a16="http://schemas.microsoft.com/office/drawing/2014/main" id="{FB250CB0-816D-4BD3-B674-5CF861DACCD4}"/>
              </a:ext>
            </a:extLst>
          </p:cNvPr>
          <p:cNvSpPr>
            <a:spLocks noGrp="1"/>
          </p:cNvSpPr>
          <p:nvPr>
            <p:ph sz="quarter" idx="18"/>
          </p:nvPr>
        </p:nvSpPr>
        <p:spPr>
          <a:xfrm>
            <a:off x="4010026" y="824389"/>
            <a:ext cx="7337974" cy="2247808"/>
          </a:xfrm>
        </p:spPr>
        <p:txBody>
          <a:bodyPr lIns="0" tIns="0" rIns="0" bIns="0" anchor="t">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3310759"/>
            <a:ext cx="10504001" cy="2722852"/>
          </a:xfrm>
        </p:spPr>
        <p:txBody>
          <a:bodyPr/>
          <a:lstStyle/>
          <a:p>
            <a:endParaRPr lang="en-US"/>
          </a:p>
        </p:txBody>
      </p:sp>
      <p:sp>
        <p:nvSpPr>
          <p:cNvPr id="25" name="Date Placeholder 24">
            <a:extLst>
              <a:ext uri="{FF2B5EF4-FFF2-40B4-BE49-F238E27FC236}">
                <a16:creationId xmlns:a16="http://schemas.microsoft.com/office/drawing/2014/main" id="{215D636A-1DE5-272B-114F-84F7EF0D97A5}"/>
              </a:ext>
            </a:extLst>
          </p:cNvPr>
          <p:cNvSpPr>
            <a:spLocks noGrp="1"/>
          </p:cNvSpPr>
          <p:nvPr>
            <p:ph type="dt" sz="half" idx="15"/>
          </p:nvPr>
        </p:nvSpPr>
        <p:spPr/>
        <p:txBody>
          <a:bodyPr/>
          <a:lstStyle/>
          <a:p>
            <a:r>
              <a:rPr lang="en-US" altLang="zh-CN"/>
              <a:t>03/12/2025</a:t>
            </a:r>
          </a:p>
        </p:txBody>
      </p:sp>
      <p:sp>
        <p:nvSpPr>
          <p:cNvPr id="26" name="Footer Placeholder 25">
            <a:extLst>
              <a:ext uri="{FF2B5EF4-FFF2-40B4-BE49-F238E27FC236}">
                <a16:creationId xmlns:a16="http://schemas.microsoft.com/office/drawing/2014/main" id="{06768F1E-5D7B-152B-B6A1-4925F25D348B}"/>
              </a:ext>
            </a:extLst>
          </p:cNvPr>
          <p:cNvSpPr>
            <a:spLocks noGrp="1"/>
          </p:cNvSpPr>
          <p:nvPr>
            <p:ph type="ftr" sz="quarter" idx="16"/>
          </p:nvPr>
        </p:nvSpPr>
        <p:spPr/>
        <p:txBody>
          <a:bodyPr/>
          <a:lstStyle/>
          <a:p>
            <a:r>
              <a:rPr lang="en-US" altLang="zh-CN"/>
              <a:t>Sample Footer Text</a:t>
            </a:r>
          </a:p>
        </p:txBody>
      </p:sp>
      <p:sp>
        <p:nvSpPr>
          <p:cNvPr id="27" name="Slide Number Placeholder 26">
            <a:extLst>
              <a:ext uri="{FF2B5EF4-FFF2-40B4-BE49-F238E27FC236}">
                <a16:creationId xmlns:a16="http://schemas.microsoft.com/office/drawing/2014/main" id="{E2C08477-322B-6E2E-FD4D-5289E0845986}"/>
              </a:ext>
            </a:extLst>
          </p:cNvPr>
          <p:cNvSpPr>
            <a:spLocks noGrp="1"/>
          </p:cNvSpPr>
          <p:nvPr>
            <p:ph type="sldNum" sz="half" idx="17"/>
          </p:nvPr>
        </p:nvSpPr>
        <p:spPr/>
        <p:txBody>
          <a:bodyPr/>
          <a:lstStyle/>
          <a:p>
            <a:fld id="{53642C38-124F-4CC4-99D8-72838B5B5271}" type="slidenum">
              <a:rPr lang="en-US" altLang="zh-CN" smtClean="0"/>
              <a:pPr/>
              <a:t>‹#›</a:t>
            </a:fld>
            <a:endParaRPr lang="en-US" altLang="zh-CN"/>
          </a:p>
        </p:txBody>
      </p:sp>
      <p:sp>
        <p:nvSpPr>
          <p:cNvPr id="4" name="Freeform 3">
            <a:extLst>
              <a:ext uri="{FF2B5EF4-FFF2-40B4-BE49-F238E27FC236}">
                <a16:creationId xmlns:a16="http://schemas.microsoft.com/office/drawing/2014/main" id="{F5C381C5-01BE-F8A2-36AD-1801157395CB}"/>
              </a:ext>
              <a:ext uri="{C183D7F6-B498-43B3-948B-1728B52AA6E4}">
                <adec:decorative xmlns:adec="http://schemas.microsoft.com/office/drawing/2017/decorative" val="1"/>
              </a:ext>
            </a:extLst>
          </p:cNvPr>
          <p:cNvSpPr/>
          <p:nvPr userDrawn="1"/>
        </p:nvSpPr>
        <p:spPr>
          <a:xfrm rot="10800000" flipH="1" flipV="1">
            <a:off x="11762288"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5" name="Freeform 16">
            <a:extLst>
              <a:ext uri="{FF2B5EF4-FFF2-40B4-BE49-F238E27FC236}">
                <a16:creationId xmlns:a16="http://schemas.microsoft.com/office/drawing/2014/main" id="{36B65BB7-D378-0ECA-A109-4CC2BB36F5E2}"/>
              </a:ext>
              <a:ext uri="{C183D7F6-B498-43B3-948B-1728B52AA6E4}">
                <adec:decorative xmlns:adec="http://schemas.microsoft.com/office/drawing/2017/decorative" val="1"/>
              </a:ext>
            </a:extLst>
          </p:cNvPr>
          <p:cNvSpPr/>
          <p:nvPr userDrawn="1"/>
        </p:nvSpPr>
        <p:spPr>
          <a:xfrm rot="10800000" flipH="1" flipV="1">
            <a:off x="11335170"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7" name="Freeform 3">
            <a:extLst>
              <a:ext uri="{FF2B5EF4-FFF2-40B4-BE49-F238E27FC236}">
                <a16:creationId xmlns:a16="http://schemas.microsoft.com/office/drawing/2014/main" id="{5FEB09A4-E771-AF7D-C489-A1F8798566FD}"/>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9" name="Freeform 16">
            <a:extLst>
              <a:ext uri="{FF2B5EF4-FFF2-40B4-BE49-F238E27FC236}">
                <a16:creationId xmlns:a16="http://schemas.microsoft.com/office/drawing/2014/main" id="{498F6B0F-FE97-F1CA-4FE0-F8CDBBBCA023}"/>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68217615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Content Photo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73963" y="858337"/>
            <a:ext cx="10504000" cy="970463"/>
          </a:xfrm>
          <a:prstGeom prst="rect">
            <a:avLst/>
          </a:prstGeom>
        </p:spPr>
        <p:txBody>
          <a:bodyPr lIns="0" tIns="0" rIns="0" bIns="0" anchor="ctr">
            <a:normAutofit/>
          </a:bodyPr>
          <a:lstStyle>
            <a:lvl1pPr>
              <a:defRPr sz="3600"/>
            </a:lvl1pPr>
          </a:lstStyle>
          <a:p>
            <a:r>
              <a:rPr lang="en-US"/>
              <a:t>Click to edit Master title style</a:t>
            </a:r>
          </a:p>
        </p:txBody>
      </p:sp>
      <p:sp>
        <p:nvSpPr>
          <p:cNvPr id="3" name="Content Placeholder 6">
            <a:extLst>
              <a:ext uri="{FF2B5EF4-FFF2-40B4-BE49-F238E27FC236}">
                <a16:creationId xmlns:a16="http://schemas.microsoft.com/office/drawing/2014/main" id="{A8F81365-87E5-251B-1BCF-ABF6619D4CBA}"/>
              </a:ext>
            </a:extLst>
          </p:cNvPr>
          <p:cNvSpPr>
            <a:spLocks noGrp="1"/>
          </p:cNvSpPr>
          <p:nvPr>
            <p:ph sz="quarter" idx="18"/>
          </p:nvPr>
        </p:nvSpPr>
        <p:spPr>
          <a:xfrm>
            <a:off x="7219950" y="2081048"/>
            <a:ext cx="4158013" cy="3945033"/>
          </a:xfrm>
        </p:spPr>
        <p:txBody>
          <a:bodyPr lIns="0" tIns="0" rIns="0" bIns="0" anchor="t">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73963" y="2081048"/>
            <a:ext cx="6157458" cy="3945032"/>
          </a:xfrm>
        </p:spPr>
        <p:txBody>
          <a:bodyPr/>
          <a:lstStyle/>
          <a:p>
            <a:endParaRPr lang="en-US"/>
          </a:p>
        </p:txBody>
      </p:sp>
      <p:sp>
        <p:nvSpPr>
          <p:cNvPr id="19" name="Date Placeholder 18">
            <a:extLst>
              <a:ext uri="{FF2B5EF4-FFF2-40B4-BE49-F238E27FC236}">
                <a16:creationId xmlns:a16="http://schemas.microsoft.com/office/drawing/2014/main" id="{2AF5F04F-3552-0155-4200-E7A1C4EFAB5B}"/>
              </a:ext>
            </a:extLst>
          </p:cNvPr>
          <p:cNvSpPr>
            <a:spLocks noGrp="1"/>
          </p:cNvSpPr>
          <p:nvPr>
            <p:ph type="dt" sz="half" idx="15"/>
          </p:nvPr>
        </p:nvSpPr>
        <p:spPr/>
        <p:txBody>
          <a:bodyPr/>
          <a:lstStyle/>
          <a:p>
            <a:r>
              <a:rPr lang="en-US" altLang="zh-CN"/>
              <a:t>03/12/2025</a:t>
            </a:r>
          </a:p>
        </p:txBody>
      </p:sp>
      <p:sp>
        <p:nvSpPr>
          <p:cNvPr id="20" name="Footer Placeholder 19">
            <a:extLst>
              <a:ext uri="{FF2B5EF4-FFF2-40B4-BE49-F238E27FC236}">
                <a16:creationId xmlns:a16="http://schemas.microsoft.com/office/drawing/2014/main" id="{EAB6C59A-71D8-22D7-CE98-1DDAF46D2A59}"/>
              </a:ext>
            </a:extLst>
          </p:cNvPr>
          <p:cNvSpPr>
            <a:spLocks noGrp="1"/>
          </p:cNvSpPr>
          <p:nvPr>
            <p:ph type="ftr" sz="quarter" idx="16"/>
          </p:nvPr>
        </p:nvSpPr>
        <p:spPr/>
        <p:txBody>
          <a:bodyPr/>
          <a:lstStyle/>
          <a:p>
            <a:r>
              <a:rPr lang="en-US" altLang="zh-CN"/>
              <a:t>Sample Footer Text</a:t>
            </a:r>
          </a:p>
        </p:txBody>
      </p:sp>
      <p:sp>
        <p:nvSpPr>
          <p:cNvPr id="21" name="Slide Number Placeholder 20">
            <a:extLst>
              <a:ext uri="{FF2B5EF4-FFF2-40B4-BE49-F238E27FC236}">
                <a16:creationId xmlns:a16="http://schemas.microsoft.com/office/drawing/2014/main" id="{CB553B0B-2158-2C4D-C27C-A2D2B55F9A7D}"/>
              </a:ext>
            </a:extLst>
          </p:cNvPr>
          <p:cNvSpPr>
            <a:spLocks noGrp="1"/>
          </p:cNvSpPr>
          <p:nvPr>
            <p:ph type="sldNum" sz="half" idx="17"/>
          </p:nvPr>
        </p:nvSpPr>
        <p:spPr/>
        <p:txBody>
          <a:bodyPr/>
          <a:lstStyle/>
          <a:p>
            <a:fld id="{53642C38-124F-4CC4-99D8-72838B5B5271}" type="slidenum">
              <a:rPr lang="en-US" altLang="zh-CN" smtClean="0"/>
              <a:pPr/>
              <a:t>‹#›</a:t>
            </a:fld>
            <a:endParaRPr lang="en-US" altLang="zh-CN"/>
          </a:p>
        </p:txBody>
      </p:sp>
      <p:sp>
        <p:nvSpPr>
          <p:cNvPr id="5" name="Freeform 3">
            <a:extLst>
              <a:ext uri="{FF2B5EF4-FFF2-40B4-BE49-F238E27FC236}">
                <a16:creationId xmlns:a16="http://schemas.microsoft.com/office/drawing/2014/main" id="{72655BF5-7AA7-4039-DC01-2AEA141398AB}"/>
              </a:ext>
              <a:ext uri="{C183D7F6-B498-43B3-948B-1728B52AA6E4}">
                <adec:decorative xmlns:adec="http://schemas.microsoft.com/office/drawing/2017/decorative" val="1"/>
              </a:ext>
            </a:extLst>
          </p:cNvPr>
          <p:cNvSpPr/>
          <p:nvPr userDrawn="1"/>
        </p:nvSpPr>
        <p:spPr>
          <a:xfrm rot="10800000" flipH="1" flipV="1">
            <a:off x="11762288"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6" name="Freeform 16">
            <a:extLst>
              <a:ext uri="{FF2B5EF4-FFF2-40B4-BE49-F238E27FC236}">
                <a16:creationId xmlns:a16="http://schemas.microsoft.com/office/drawing/2014/main" id="{770227A5-2556-848F-9137-2A55DE728D7B}"/>
              </a:ext>
              <a:ext uri="{C183D7F6-B498-43B3-948B-1728B52AA6E4}">
                <adec:decorative xmlns:adec="http://schemas.microsoft.com/office/drawing/2017/decorative" val="1"/>
              </a:ext>
            </a:extLst>
          </p:cNvPr>
          <p:cNvSpPr/>
          <p:nvPr userDrawn="1"/>
        </p:nvSpPr>
        <p:spPr>
          <a:xfrm rot="10800000" flipH="1" flipV="1">
            <a:off x="11335170"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22" name="Freeform 3">
            <a:extLst>
              <a:ext uri="{FF2B5EF4-FFF2-40B4-BE49-F238E27FC236}">
                <a16:creationId xmlns:a16="http://schemas.microsoft.com/office/drawing/2014/main" id="{DD5B85F0-622A-57B2-715A-66B3AF0AAA60}"/>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3" name="Freeform 16">
            <a:extLst>
              <a:ext uri="{FF2B5EF4-FFF2-40B4-BE49-F238E27FC236}">
                <a16:creationId xmlns:a16="http://schemas.microsoft.com/office/drawing/2014/main" id="{E2C03148-53E0-2169-1532-E2E4B4195684}"/>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1282627242"/>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Content Photo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52884"/>
            <a:ext cx="4672584" cy="1453896"/>
          </a:xfrm>
          <a:prstGeom prst="rect">
            <a:avLst/>
          </a:prstGeom>
        </p:spPr>
        <p:txBody>
          <a:bodyPr lIns="0" tIns="0" rIns="0" bIns="0" anchor="t">
            <a:normAutofit/>
          </a:bodyPr>
          <a:lstStyle>
            <a:lvl1pPr>
              <a:defRPr sz="36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4000" y="2459420"/>
            <a:ext cx="4672584" cy="3545695"/>
          </a:xfrm>
        </p:spPr>
        <p:txBody>
          <a:bodyPr/>
          <a:lstStyle/>
          <a:p>
            <a:endParaRPr lang="en-US"/>
          </a:p>
        </p:txBody>
      </p:sp>
      <p:sp>
        <p:nvSpPr>
          <p:cNvPr id="3" name="Content Placeholder 6">
            <a:extLst>
              <a:ext uri="{FF2B5EF4-FFF2-40B4-BE49-F238E27FC236}">
                <a16:creationId xmlns:a16="http://schemas.microsoft.com/office/drawing/2014/main" id="{418A94AB-7FF2-4DBC-2B05-B19E76917E4D}"/>
              </a:ext>
            </a:extLst>
          </p:cNvPr>
          <p:cNvSpPr>
            <a:spLocks noGrp="1"/>
          </p:cNvSpPr>
          <p:nvPr>
            <p:ph sz="quarter" idx="18"/>
          </p:nvPr>
        </p:nvSpPr>
        <p:spPr>
          <a:xfrm>
            <a:off x="5638800" y="852884"/>
            <a:ext cx="5696373" cy="5173197"/>
          </a:xfrm>
        </p:spPr>
        <p:txBody>
          <a:bodyPr lIns="0" tIns="0" rIns="0" bIns="0" anchor="t">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Date Placeholder 18">
            <a:extLst>
              <a:ext uri="{FF2B5EF4-FFF2-40B4-BE49-F238E27FC236}">
                <a16:creationId xmlns:a16="http://schemas.microsoft.com/office/drawing/2014/main" id="{61C7FBB2-8AD5-E6A9-791C-CE7DA966EC61}"/>
              </a:ext>
            </a:extLst>
          </p:cNvPr>
          <p:cNvSpPr>
            <a:spLocks noGrp="1"/>
          </p:cNvSpPr>
          <p:nvPr>
            <p:ph type="dt" sz="half" idx="15"/>
          </p:nvPr>
        </p:nvSpPr>
        <p:spPr/>
        <p:txBody>
          <a:bodyPr/>
          <a:lstStyle/>
          <a:p>
            <a:r>
              <a:rPr lang="en-US" altLang="zh-CN"/>
              <a:t>03/12/2025</a:t>
            </a:r>
          </a:p>
        </p:txBody>
      </p:sp>
      <p:sp>
        <p:nvSpPr>
          <p:cNvPr id="20" name="Footer Placeholder 19">
            <a:extLst>
              <a:ext uri="{FF2B5EF4-FFF2-40B4-BE49-F238E27FC236}">
                <a16:creationId xmlns:a16="http://schemas.microsoft.com/office/drawing/2014/main" id="{E4309A19-5C82-3309-2A28-547A4E7EAE6A}"/>
              </a:ext>
            </a:extLst>
          </p:cNvPr>
          <p:cNvSpPr>
            <a:spLocks noGrp="1"/>
          </p:cNvSpPr>
          <p:nvPr>
            <p:ph type="ftr" sz="quarter" idx="16"/>
          </p:nvPr>
        </p:nvSpPr>
        <p:spPr/>
        <p:txBody>
          <a:bodyPr/>
          <a:lstStyle/>
          <a:p>
            <a:r>
              <a:rPr lang="en-US" altLang="zh-CN"/>
              <a:t>Sample Footer Text</a:t>
            </a:r>
          </a:p>
        </p:txBody>
      </p:sp>
      <p:sp>
        <p:nvSpPr>
          <p:cNvPr id="21" name="Slide Number Placeholder 20">
            <a:extLst>
              <a:ext uri="{FF2B5EF4-FFF2-40B4-BE49-F238E27FC236}">
                <a16:creationId xmlns:a16="http://schemas.microsoft.com/office/drawing/2014/main" id="{54D373E6-1C6D-8642-5490-D3B1F9F41D2F}"/>
              </a:ext>
            </a:extLst>
          </p:cNvPr>
          <p:cNvSpPr>
            <a:spLocks noGrp="1"/>
          </p:cNvSpPr>
          <p:nvPr>
            <p:ph type="sldNum" sz="half" idx="17"/>
          </p:nvPr>
        </p:nvSpPr>
        <p:spPr/>
        <p:txBody>
          <a:bodyPr/>
          <a:lstStyle/>
          <a:p>
            <a:fld id="{53642C38-124F-4CC4-99D8-72838B5B5271}" type="slidenum">
              <a:rPr lang="en-US" altLang="zh-CN" smtClean="0"/>
              <a:pPr/>
              <a:t>‹#›</a:t>
            </a:fld>
            <a:endParaRPr lang="en-US" altLang="zh-CN"/>
          </a:p>
        </p:txBody>
      </p:sp>
      <p:sp>
        <p:nvSpPr>
          <p:cNvPr id="5" name="Freeform 3">
            <a:extLst>
              <a:ext uri="{FF2B5EF4-FFF2-40B4-BE49-F238E27FC236}">
                <a16:creationId xmlns:a16="http://schemas.microsoft.com/office/drawing/2014/main" id="{473A0C8E-77D0-D5C8-307B-938157217982}"/>
              </a:ext>
              <a:ext uri="{C183D7F6-B498-43B3-948B-1728B52AA6E4}">
                <adec:decorative xmlns:adec="http://schemas.microsoft.com/office/drawing/2017/decorative" val="1"/>
              </a:ext>
            </a:extLst>
          </p:cNvPr>
          <p:cNvSpPr/>
          <p:nvPr userDrawn="1"/>
        </p:nvSpPr>
        <p:spPr>
          <a:xfrm rot="10800000" flipH="1" flipV="1">
            <a:off x="11762288"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6" name="Freeform 16">
            <a:extLst>
              <a:ext uri="{FF2B5EF4-FFF2-40B4-BE49-F238E27FC236}">
                <a16:creationId xmlns:a16="http://schemas.microsoft.com/office/drawing/2014/main" id="{853E42F0-47C8-3EB7-1F19-F750A4801E1A}"/>
              </a:ext>
              <a:ext uri="{C183D7F6-B498-43B3-948B-1728B52AA6E4}">
                <adec:decorative xmlns:adec="http://schemas.microsoft.com/office/drawing/2017/decorative" val="1"/>
              </a:ext>
            </a:extLst>
          </p:cNvPr>
          <p:cNvSpPr/>
          <p:nvPr userDrawn="1"/>
        </p:nvSpPr>
        <p:spPr>
          <a:xfrm rot="10800000" flipH="1" flipV="1">
            <a:off x="11335170"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22" name="Freeform 3">
            <a:extLst>
              <a:ext uri="{FF2B5EF4-FFF2-40B4-BE49-F238E27FC236}">
                <a16:creationId xmlns:a16="http://schemas.microsoft.com/office/drawing/2014/main" id="{E2F9F7F0-85E0-B87D-444C-C2361D33218C}"/>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3" name="Freeform 16">
            <a:extLst>
              <a:ext uri="{FF2B5EF4-FFF2-40B4-BE49-F238E27FC236}">
                <a16:creationId xmlns:a16="http://schemas.microsoft.com/office/drawing/2014/main" id="{9F9E29C1-F3F8-A591-16E9-2B7A137D4507}"/>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391144042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1_Content Photo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44000" y="831919"/>
            <a:ext cx="3657603" cy="1495702"/>
          </a:xfrm>
          <a:prstGeom prst="rect">
            <a:avLst/>
          </a:prstGeom>
        </p:spPr>
        <p:txBody>
          <a:bodyPr lIns="0" tIns="0" rIns="0" bIns="0" anchor="t">
            <a:normAutofit/>
          </a:bodyPr>
          <a:lstStyle>
            <a:lvl1pPr>
              <a:defRPr sz="3200"/>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 uri="{C183D7F6-B498-43B3-948B-1728B52AA6E4}">
                <adec:decorative xmlns:adec="http://schemas.microsoft.com/office/drawing/2017/decorative" val="0"/>
              </a:ext>
            </a:extLst>
          </p:cNvPr>
          <p:cNvSpPr>
            <a:spLocks noGrp="1"/>
          </p:cNvSpPr>
          <p:nvPr>
            <p:ph type="pic" sz="quarter" idx="13"/>
          </p:nvPr>
        </p:nvSpPr>
        <p:spPr>
          <a:xfrm>
            <a:off x="843999" y="2490951"/>
            <a:ext cx="3657603" cy="3493323"/>
          </a:xfrm>
        </p:spPr>
        <p:txBody>
          <a:bodyPr/>
          <a:lstStyle/>
          <a:p>
            <a:endParaRPr lang="en-US"/>
          </a:p>
        </p:txBody>
      </p:sp>
      <p:sp>
        <p:nvSpPr>
          <p:cNvPr id="3" name="Content Placeholder 6">
            <a:extLst>
              <a:ext uri="{FF2B5EF4-FFF2-40B4-BE49-F238E27FC236}">
                <a16:creationId xmlns:a16="http://schemas.microsoft.com/office/drawing/2014/main" id="{AFA52BEC-7ABC-50F9-535E-F0C3BE9893A4}"/>
              </a:ext>
            </a:extLst>
          </p:cNvPr>
          <p:cNvSpPr>
            <a:spLocks noGrp="1"/>
          </p:cNvSpPr>
          <p:nvPr>
            <p:ph sz="quarter" idx="18"/>
          </p:nvPr>
        </p:nvSpPr>
        <p:spPr>
          <a:xfrm>
            <a:off x="4657726" y="831919"/>
            <a:ext cx="6677448" cy="5152355"/>
          </a:xfrm>
        </p:spPr>
        <p:txBody>
          <a:bodyPr lIns="0" tIns="0" rIns="0" bIns="0" anchor="t">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Date Placeholder 18">
            <a:extLst>
              <a:ext uri="{FF2B5EF4-FFF2-40B4-BE49-F238E27FC236}">
                <a16:creationId xmlns:a16="http://schemas.microsoft.com/office/drawing/2014/main" id="{2E123173-E773-532C-8CA5-400A68154357}"/>
              </a:ext>
            </a:extLst>
          </p:cNvPr>
          <p:cNvSpPr>
            <a:spLocks noGrp="1"/>
          </p:cNvSpPr>
          <p:nvPr>
            <p:ph type="dt" sz="half" idx="15"/>
          </p:nvPr>
        </p:nvSpPr>
        <p:spPr/>
        <p:txBody>
          <a:bodyPr/>
          <a:lstStyle/>
          <a:p>
            <a:r>
              <a:rPr lang="en-US" altLang="zh-CN"/>
              <a:t>03/12/2025</a:t>
            </a:r>
          </a:p>
        </p:txBody>
      </p:sp>
      <p:sp>
        <p:nvSpPr>
          <p:cNvPr id="20" name="Footer Placeholder 19">
            <a:extLst>
              <a:ext uri="{FF2B5EF4-FFF2-40B4-BE49-F238E27FC236}">
                <a16:creationId xmlns:a16="http://schemas.microsoft.com/office/drawing/2014/main" id="{4CE1EE5A-6450-C886-E63C-4D2E9F5F0FEB}"/>
              </a:ext>
            </a:extLst>
          </p:cNvPr>
          <p:cNvSpPr>
            <a:spLocks noGrp="1"/>
          </p:cNvSpPr>
          <p:nvPr>
            <p:ph type="ftr" sz="quarter" idx="16"/>
          </p:nvPr>
        </p:nvSpPr>
        <p:spPr/>
        <p:txBody>
          <a:bodyPr/>
          <a:lstStyle/>
          <a:p>
            <a:r>
              <a:rPr lang="en-US" altLang="zh-CN"/>
              <a:t>Sample Footer Text</a:t>
            </a:r>
          </a:p>
        </p:txBody>
      </p:sp>
      <p:sp>
        <p:nvSpPr>
          <p:cNvPr id="21" name="Slide Number Placeholder 20">
            <a:extLst>
              <a:ext uri="{FF2B5EF4-FFF2-40B4-BE49-F238E27FC236}">
                <a16:creationId xmlns:a16="http://schemas.microsoft.com/office/drawing/2014/main" id="{BD1CC321-2957-0400-79AD-699C25EDFF9B}"/>
              </a:ext>
            </a:extLst>
          </p:cNvPr>
          <p:cNvSpPr>
            <a:spLocks noGrp="1"/>
          </p:cNvSpPr>
          <p:nvPr>
            <p:ph type="sldNum" sz="half" idx="17"/>
          </p:nvPr>
        </p:nvSpPr>
        <p:spPr/>
        <p:txBody>
          <a:bodyPr/>
          <a:lstStyle/>
          <a:p>
            <a:fld id="{53642C38-124F-4CC4-99D8-72838B5B5271}" type="slidenum">
              <a:rPr lang="en-US" altLang="zh-CN" smtClean="0"/>
              <a:pPr/>
              <a:t>‹#›</a:t>
            </a:fld>
            <a:endParaRPr lang="en-US" altLang="zh-CN"/>
          </a:p>
        </p:txBody>
      </p:sp>
      <p:sp>
        <p:nvSpPr>
          <p:cNvPr id="5" name="Freeform 3">
            <a:extLst>
              <a:ext uri="{FF2B5EF4-FFF2-40B4-BE49-F238E27FC236}">
                <a16:creationId xmlns:a16="http://schemas.microsoft.com/office/drawing/2014/main" id="{F653F13E-2E6C-4DEC-51C1-AC11426513EA}"/>
              </a:ext>
              <a:ext uri="{C183D7F6-B498-43B3-948B-1728B52AA6E4}">
                <adec:decorative xmlns:adec="http://schemas.microsoft.com/office/drawing/2017/decorative" val="1"/>
              </a:ext>
            </a:extLst>
          </p:cNvPr>
          <p:cNvSpPr/>
          <p:nvPr userDrawn="1"/>
        </p:nvSpPr>
        <p:spPr>
          <a:xfrm rot="10800000" flipH="1" flipV="1">
            <a:off x="11762288"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6" name="Freeform 16">
            <a:extLst>
              <a:ext uri="{FF2B5EF4-FFF2-40B4-BE49-F238E27FC236}">
                <a16:creationId xmlns:a16="http://schemas.microsoft.com/office/drawing/2014/main" id="{B5FF15E2-F953-F376-A1FD-4F85C5A9A5B3}"/>
              </a:ext>
              <a:ext uri="{C183D7F6-B498-43B3-948B-1728B52AA6E4}">
                <adec:decorative xmlns:adec="http://schemas.microsoft.com/office/drawing/2017/decorative" val="1"/>
              </a:ext>
            </a:extLst>
          </p:cNvPr>
          <p:cNvSpPr/>
          <p:nvPr userDrawn="1"/>
        </p:nvSpPr>
        <p:spPr>
          <a:xfrm rot="10800000" flipH="1" flipV="1">
            <a:off x="11335170"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22" name="Freeform 3">
            <a:extLst>
              <a:ext uri="{FF2B5EF4-FFF2-40B4-BE49-F238E27FC236}">
                <a16:creationId xmlns:a16="http://schemas.microsoft.com/office/drawing/2014/main" id="{E9E4F101-61A5-5CE5-F69B-1EBC00B9F951}"/>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3" name="Freeform 16">
            <a:extLst>
              <a:ext uri="{FF2B5EF4-FFF2-40B4-BE49-F238E27FC236}">
                <a16:creationId xmlns:a16="http://schemas.microsoft.com/office/drawing/2014/main" id="{F5CBF912-5007-F0D7-FEDB-0AAACC658B4A}"/>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2148281274"/>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Big Number 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93814EA-F598-EBFD-83D1-6782D7CBB598}"/>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1">
            <a:extLst>
              <a:ext uri="{FF2B5EF4-FFF2-40B4-BE49-F238E27FC236}">
                <a16:creationId xmlns:a16="http://schemas.microsoft.com/office/drawing/2014/main" id="{1F4F8927-891C-4D7A-C2D3-6EB5EF6712FF}"/>
              </a:ext>
            </a:extLst>
          </p:cNvPr>
          <p:cNvSpPr>
            <a:spLocks noGrp="1"/>
          </p:cNvSpPr>
          <p:nvPr>
            <p:ph type="ctrTitle" hasCustomPrompt="1"/>
          </p:nvPr>
        </p:nvSpPr>
        <p:spPr>
          <a:xfrm>
            <a:off x="861992" y="831918"/>
            <a:ext cx="10486008" cy="3977825"/>
          </a:xfrm>
          <a:prstGeom prst="rect">
            <a:avLst/>
          </a:prstGeom>
        </p:spPr>
        <p:txBody>
          <a:bodyPr lIns="0" tIns="0" rIns="0" bIns="0" anchor="b">
            <a:normAutofit/>
          </a:bodyPr>
          <a:lstStyle>
            <a:lvl1pPr algn="ctr">
              <a:defRPr sz="23200">
                <a:solidFill>
                  <a:schemeClr val="tx1"/>
                </a:solidFill>
              </a:defRPr>
            </a:lvl1pPr>
          </a:lstStyle>
          <a:p>
            <a:r>
              <a:rPr lang="en-US"/>
              <a:t>##%</a:t>
            </a:r>
          </a:p>
        </p:txBody>
      </p:sp>
      <p:sp>
        <p:nvSpPr>
          <p:cNvPr id="10" name="Subtitle 2">
            <a:extLst>
              <a:ext uri="{FF2B5EF4-FFF2-40B4-BE49-F238E27FC236}">
                <a16:creationId xmlns:a16="http://schemas.microsoft.com/office/drawing/2014/main" id="{0489314B-CDC1-7F7E-C4DD-AAC0E5222B03}"/>
              </a:ext>
            </a:extLst>
          </p:cNvPr>
          <p:cNvSpPr>
            <a:spLocks noGrp="1"/>
          </p:cNvSpPr>
          <p:nvPr>
            <p:ph type="subTitle" idx="1"/>
          </p:nvPr>
        </p:nvSpPr>
        <p:spPr>
          <a:xfrm>
            <a:off x="2377440" y="4997668"/>
            <a:ext cx="7525512" cy="1028411"/>
          </a:xfrm>
        </p:spPr>
        <p:txBody>
          <a:bodyPr lIns="0" tIns="0" rIns="0" bIns="0" anchor="t">
            <a:normAutofit/>
          </a:bodyPr>
          <a:lstStyle>
            <a:lvl1pPr marL="0" indent="0" algn="ctr">
              <a:buNone/>
              <a:defRPr sz="2800" cap="none" baseline="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25" name="Date Placeholder 24">
            <a:extLst>
              <a:ext uri="{FF2B5EF4-FFF2-40B4-BE49-F238E27FC236}">
                <a16:creationId xmlns:a16="http://schemas.microsoft.com/office/drawing/2014/main" id="{48517417-50F3-3145-756F-4329495F2E41}"/>
              </a:ext>
            </a:extLst>
          </p:cNvPr>
          <p:cNvSpPr>
            <a:spLocks noGrp="1"/>
          </p:cNvSpPr>
          <p:nvPr>
            <p:ph type="dt" sz="half" idx="10"/>
          </p:nvPr>
        </p:nvSpPr>
        <p:spPr/>
        <p:txBody>
          <a:bodyPr/>
          <a:lstStyle/>
          <a:p>
            <a:r>
              <a:rPr lang="en-US" altLang="zh-CN"/>
              <a:t>03/12/2025</a:t>
            </a:r>
          </a:p>
        </p:txBody>
      </p:sp>
      <p:sp>
        <p:nvSpPr>
          <p:cNvPr id="26" name="Footer Placeholder 25">
            <a:extLst>
              <a:ext uri="{FF2B5EF4-FFF2-40B4-BE49-F238E27FC236}">
                <a16:creationId xmlns:a16="http://schemas.microsoft.com/office/drawing/2014/main" id="{201B9B22-62B7-A5FB-8C81-A533C1217A4B}"/>
              </a:ext>
            </a:extLst>
          </p:cNvPr>
          <p:cNvSpPr>
            <a:spLocks noGrp="1"/>
          </p:cNvSpPr>
          <p:nvPr>
            <p:ph type="ftr" sz="quarter" idx="11"/>
          </p:nvPr>
        </p:nvSpPr>
        <p:spPr/>
        <p:txBody>
          <a:bodyPr/>
          <a:lstStyle/>
          <a:p>
            <a:r>
              <a:rPr lang="en-US" altLang="zh-CN"/>
              <a:t>Sample Footer Text</a:t>
            </a:r>
          </a:p>
        </p:txBody>
      </p:sp>
      <p:sp>
        <p:nvSpPr>
          <p:cNvPr id="27" name="Slide Number Placeholder 26">
            <a:extLst>
              <a:ext uri="{FF2B5EF4-FFF2-40B4-BE49-F238E27FC236}">
                <a16:creationId xmlns:a16="http://schemas.microsoft.com/office/drawing/2014/main" id="{F4932EF6-F6A7-A4CA-3842-3D63A1E830D1}"/>
              </a:ext>
            </a:extLst>
          </p:cNvPr>
          <p:cNvSpPr>
            <a:spLocks noGrp="1"/>
          </p:cNvSpPr>
          <p:nvPr>
            <p:ph type="sldNum" sz="half" idx="12"/>
          </p:nvPr>
        </p:nvSpPr>
        <p:spPr/>
        <p:txBody>
          <a:bodyPr/>
          <a:lstStyle/>
          <a:p>
            <a:fld id="{53642C38-124F-4CC4-99D8-72838B5B5271}" type="slidenum">
              <a:rPr lang="en-US" altLang="zh-CN" smtClean="0"/>
              <a:pPr/>
              <a:t>‹#›</a:t>
            </a:fld>
            <a:endParaRPr lang="en-US" altLang="zh-CN"/>
          </a:p>
        </p:txBody>
      </p:sp>
      <p:sp>
        <p:nvSpPr>
          <p:cNvPr id="2" name="Freeform 3">
            <a:extLst>
              <a:ext uri="{FF2B5EF4-FFF2-40B4-BE49-F238E27FC236}">
                <a16:creationId xmlns:a16="http://schemas.microsoft.com/office/drawing/2014/main" id="{16461C7F-0799-5184-39D8-D6CF9CB69B1D}"/>
              </a:ext>
              <a:ext uri="{C183D7F6-B498-43B3-948B-1728B52AA6E4}">
                <adec:decorative xmlns:adec="http://schemas.microsoft.com/office/drawing/2017/decorative" val="1"/>
              </a:ext>
            </a:extLst>
          </p:cNvPr>
          <p:cNvSpPr/>
          <p:nvPr userDrawn="1"/>
        </p:nvSpPr>
        <p:spPr>
          <a:xfrm rot="10800000" flipH="1" flipV="1">
            <a:off x="11762288"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solidFill>
        </p:spPr>
        <p:txBody>
          <a:bodyPr/>
          <a:lstStyle/>
          <a:p>
            <a:endParaRPr lang="zh-CN" altLang="en-US" sz="800"/>
          </a:p>
        </p:txBody>
      </p:sp>
      <p:sp>
        <p:nvSpPr>
          <p:cNvPr id="3" name="Freeform 16">
            <a:extLst>
              <a:ext uri="{FF2B5EF4-FFF2-40B4-BE49-F238E27FC236}">
                <a16:creationId xmlns:a16="http://schemas.microsoft.com/office/drawing/2014/main" id="{1AB745B1-1B39-DCB5-CAC0-E02861EC2C77}"/>
              </a:ext>
              <a:ext uri="{C183D7F6-B498-43B3-948B-1728B52AA6E4}">
                <adec:decorative xmlns:adec="http://schemas.microsoft.com/office/drawing/2017/decorative" val="1"/>
              </a:ext>
            </a:extLst>
          </p:cNvPr>
          <p:cNvSpPr/>
          <p:nvPr userDrawn="1"/>
        </p:nvSpPr>
        <p:spPr>
          <a:xfrm rot="10800000" flipH="1" flipV="1">
            <a:off x="11335170"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4" name="Freeform 3">
            <a:extLst>
              <a:ext uri="{FF2B5EF4-FFF2-40B4-BE49-F238E27FC236}">
                <a16:creationId xmlns:a16="http://schemas.microsoft.com/office/drawing/2014/main" id="{CE58E144-4CEE-6B86-8095-3B46EB993461}"/>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solidFill>
        </p:spPr>
        <p:txBody>
          <a:bodyPr/>
          <a:lstStyle/>
          <a:p>
            <a:endParaRPr lang="zh-CN" altLang="en-US" sz="800"/>
          </a:p>
        </p:txBody>
      </p:sp>
      <p:sp>
        <p:nvSpPr>
          <p:cNvPr id="5" name="Freeform 16">
            <a:extLst>
              <a:ext uri="{FF2B5EF4-FFF2-40B4-BE49-F238E27FC236}">
                <a16:creationId xmlns:a16="http://schemas.microsoft.com/office/drawing/2014/main" id="{297A7982-7C87-B89D-0F9A-1D024915BA56}"/>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59974302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1_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a:prstGeom prst="rect">
            <a:avLst/>
          </a:prstGeom>
        </p:spPr>
        <p:txBody>
          <a:bodyPr lIns="0" tIns="0" rIns="0" bIns="0"/>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630936"/>
            <a:ext cx="8266176" cy="5605272"/>
          </a:xfrm>
        </p:spPr>
        <p:txBody>
          <a:bodyPr lIns="0" tIns="0" rIns="0" bIns="0" anchor="ctr">
            <a:noAutofit/>
          </a:bodyPr>
          <a:lstStyle>
            <a:lvl1pPr marL="0" indent="0">
              <a:lnSpc>
                <a:spcPct val="100000"/>
              </a:lnSpc>
              <a:buNone/>
              <a:defRPr sz="5400" b="1"/>
            </a:lvl1pPr>
            <a:lvl2pPr marL="228600" indent="0">
              <a:lnSpc>
                <a:spcPct val="100000"/>
              </a:lnSpc>
              <a:buNone/>
              <a:defRPr sz="4800" b="1"/>
            </a:lvl2pPr>
            <a:lvl3pPr marL="457200" indent="0">
              <a:lnSpc>
                <a:spcPct val="100000"/>
              </a:lnSpc>
              <a:buNone/>
              <a:defRPr sz="4400" b="1"/>
            </a:lvl3pPr>
            <a:lvl4pPr marL="685800" indent="0">
              <a:lnSpc>
                <a:spcPct val="100000"/>
              </a:lnSpc>
              <a:buNone/>
              <a:defRPr sz="4000" b="1"/>
            </a:lvl4pPr>
            <a:lvl5pPr marL="914400" indent="0">
              <a:lnSpc>
                <a:spcPct val="100000"/>
              </a:lnSpc>
              <a:buNone/>
              <a:defRPr sz="36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05864E89-BB6D-F63B-20D5-0E9DEC66228F}"/>
              </a:ext>
            </a:extLst>
          </p:cNvPr>
          <p:cNvSpPr>
            <a:spLocks noGrp="1"/>
          </p:cNvSpPr>
          <p:nvPr>
            <p:ph type="dt" sz="half" idx="14"/>
          </p:nvPr>
        </p:nvSpPr>
        <p:spPr/>
        <p:txBody>
          <a:bodyPr/>
          <a:lstStyle/>
          <a:p>
            <a:r>
              <a:rPr lang="en-US" altLang="zh-CN"/>
              <a:t>03/12/2025</a:t>
            </a:r>
          </a:p>
        </p:txBody>
      </p:sp>
      <p:sp>
        <p:nvSpPr>
          <p:cNvPr id="10" name="Footer Placeholder 9">
            <a:extLst>
              <a:ext uri="{FF2B5EF4-FFF2-40B4-BE49-F238E27FC236}">
                <a16:creationId xmlns:a16="http://schemas.microsoft.com/office/drawing/2014/main" id="{BF025B81-7CF7-78BA-1674-18CF4DE4767A}"/>
              </a:ext>
            </a:extLst>
          </p:cNvPr>
          <p:cNvSpPr>
            <a:spLocks noGrp="1"/>
          </p:cNvSpPr>
          <p:nvPr>
            <p:ph type="ftr" sz="quarter" idx="15"/>
          </p:nvPr>
        </p:nvSpPr>
        <p:spPr/>
        <p:txBody>
          <a:bodyPr/>
          <a:lstStyle/>
          <a:p>
            <a:r>
              <a:rPr lang="en-US" altLang="zh-CN"/>
              <a:t>Sample Footer Text</a:t>
            </a:r>
          </a:p>
        </p:txBody>
      </p:sp>
      <p:sp>
        <p:nvSpPr>
          <p:cNvPr id="11" name="Slide Number Placeholder 10">
            <a:extLst>
              <a:ext uri="{FF2B5EF4-FFF2-40B4-BE49-F238E27FC236}">
                <a16:creationId xmlns:a16="http://schemas.microsoft.com/office/drawing/2014/main" id="{8B23D931-6346-BB46-A603-5C7481EFE45C}"/>
              </a:ext>
            </a:extLst>
          </p:cNvPr>
          <p:cNvSpPr>
            <a:spLocks noGrp="1"/>
          </p:cNvSpPr>
          <p:nvPr>
            <p:ph type="sldNum" sz="half" idx="16"/>
          </p:nvPr>
        </p:nvSpPr>
        <p:spPr/>
        <p:txBody>
          <a:bodyPr/>
          <a:lstStyle/>
          <a:p>
            <a:fld id="{53642C38-124F-4CC4-99D8-72838B5B5271}" type="slidenum">
              <a:rPr lang="en-US" altLang="zh-CN" smtClean="0"/>
              <a:pPr/>
              <a:t>‹#›</a:t>
            </a:fld>
            <a:endParaRPr lang="en-US" altLang="zh-CN"/>
          </a:p>
        </p:txBody>
      </p:sp>
      <p:sp>
        <p:nvSpPr>
          <p:cNvPr id="8" name="Freeform 3">
            <a:extLst>
              <a:ext uri="{FF2B5EF4-FFF2-40B4-BE49-F238E27FC236}">
                <a16:creationId xmlns:a16="http://schemas.microsoft.com/office/drawing/2014/main" id="{76733AE5-0D5D-A6C7-9D11-033BA4AB8685}"/>
              </a:ext>
              <a:ext uri="{C183D7F6-B498-43B3-948B-1728B52AA6E4}">
                <adec:decorative xmlns:adec="http://schemas.microsoft.com/office/drawing/2017/decorative" val="1"/>
              </a:ext>
            </a:extLst>
          </p:cNvPr>
          <p:cNvSpPr/>
          <p:nvPr userDrawn="1"/>
        </p:nvSpPr>
        <p:spPr>
          <a:xfrm rot="10800000" flipH="1">
            <a:off x="11762291"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17" name="Freeform 16">
            <a:extLst>
              <a:ext uri="{FF2B5EF4-FFF2-40B4-BE49-F238E27FC236}">
                <a16:creationId xmlns:a16="http://schemas.microsoft.com/office/drawing/2014/main" id="{8309A476-4267-6CB4-13B1-8D2102BB5A9D}"/>
              </a:ext>
              <a:ext uri="{C183D7F6-B498-43B3-948B-1728B52AA6E4}">
                <adec:decorative xmlns:adec="http://schemas.microsoft.com/office/drawing/2017/decorative" val="1"/>
              </a:ext>
            </a:extLst>
          </p:cNvPr>
          <p:cNvSpPr/>
          <p:nvPr userDrawn="1"/>
        </p:nvSpPr>
        <p:spPr>
          <a:xfrm rot="10800000" flipH="1">
            <a:off x="11335174"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5" name="Freeform 3">
            <a:extLst>
              <a:ext uri="{FF2B5EF4-FFF2-40B4-BE49-F238E27FC236}">
                <a16:creationId xmlns:a16="http://schemas.microsoft.com/office/drawing/2014/main" id="{E343934B-DBB1-E411-29F1-D4F47D1C430F}"/>
              </a:ext>
              <a:ext uri="{C183D7F6-B498-43B3-948B-1728B52AA6E4}">
                <adec:decorative xmlns:adec="http://schemas.microsoft.com/office/drawing/2017/decorative" val="1"/>
              </a:ext>
            </a:extLst>
          </p:cNvPr>
          <p:cNvSpPr/>
          <p:nvPr userDrawn="1"/>
        </p:nvSpPr>
        <p:spPr>
          <a:xfrm rot="10800000" flipH="1">
            <a:off x="10905465" y="0"/>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6" name="Freeform 3">
            <a:extLst>
              <a:ext uri="{FF2B5EF4-FFF2-40B4-BE49-F238E27FC236}">
                <a16:creationId xmlns:a16="http://schemas.microsoft.com/office/drawing/2014/main" id="{A96F8A92-525B-C0D8-CE7E-E6EEF7AAC834}"/>
              </a:ext>
              <a:ext uri="{C183D7F6-B498-43B3-948B-1728B52AA6E4}">
                <adec:decorative xmlns:adec="http://schemas.microsoft.com/office/drawing/2017/decorative" val="1"/>
              </a:ext>
            </a:extLst>
          </p:cNvPr>
          <p:cNvSpPr/>
          <p:nvPr userDrawn="1"/>
        </p:nvSpPr>
        <p:spPr>
          <a:xfrm rot="10800000" flipH="1">
            <a:off x="11762288" y="854710"/>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Tree>
    <p:extLst>
      <p:ext uri="{BB962C8B-B14F-4D97-AF65-F5344CB8AC3E}">
        <p14:creationId xmlns:p14="http://schemas.microsoft.com/office/powerpoint/2010/main" val="283653160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1133856"/>
          </a:xfrm>
          <a:prstGeom prst="rect">
            <a:avLst/>
          </a:prstGeom>
        </p:spPr>
        <p:txBody>
          <a:bodyPr lIns="0" tIns="0" rIns="0" bIns="0"/>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1929384"/>
            <a:ext cx="8266176" cy="4142232"/>
          </a:xfrm>
        </p:spPr>
        <p:txBody>
          <a:bodyPr lIns="0" tIns="0" rIns="0" bIns="0" anchor="b">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6A605F54-6987-5B06-7D18-385EEFEEE5A2}"/>
              </a:ext>
            </a:extLst>
          </p:cNvPr>
          <p:cNvSpPr>
            <a:spLocks noGrp="1"/>
          </p:cNvSpPr>
          <p:nvPr>
            <p:ph type="dt" sz="half" idx="14"/>
          </p:nvPr>
        </p:nvSpPr>
        <p:spPr/>
        <p:txBody>
          <a:bodyPr/>
          <a:lstStyle/>
          <a:p>
            <a:r>
              <a:rPr lang="en-US" altLang="zh-CN"/>
              <a:t>03/12/2025</a:t>
            </a:r>
          </a:p>
        </p:txBody>
      </p:sp>
      <p:sp>
        <p:nvSpPr>
          <p:cNvPr id="10" name="Footer Placeholder 9">
            <a:extLst>
              <a:ext uri="{FF2B5EF4-FFF2-40B4-BE49-F238E27FC236}">
                <a16:creationId xmlns:a16="http://schemas.microsoft.com/office/drawing/2014/main" id="{5095E3AF-7096-6917-C862-14710097329D}"/>
              </a:ext>
            </a:extLst>
          </p:cNvPr>
          <p:cNvSpPr>
            <a:spLocks noGrp="1"/>
          </p:cNvSpPr>
          <p:nvPr>
            <p:ph type="ftr" sz="quarter" idx="15"/>
          </p:nvPr>
        </p:nvSpPr>
        <p:spPr/>
        <p:txBody>
          <a:bodyPr/>
          <a:lstStyle/>
          <a:p>
            <a:r>
              <a:rPr lang="en-US" altLang="zh-CN"/>
              <a:t>Sample Footer Text</a:t>
            </a:r>
          </a:p>
        </p:txBody>
      </p:sp>
      <p:sp>
        <p:nvSpPr>
          <p:cNvPr id="11" name="Slide Number Placeholder 10">
            <a:extLst>
              <a:ext uri="{FF2B5EF4-FFF2-40B4-BE49-F238E27FC236}">
                <a16:creationId xmlns:a16="http://schemas.microsoft.com/office/drawing/2014/main" id="{5BB9F0A5-060E-CE98-CA0A-2FFDD32FB84B}"/>
              </a:ext>
            </a:extLst>
          </p:cNvPr>
          <p:cNvSpPr>
            <a:spLocks noGrp="1"/>
          </p:cNvSpPr>
          <p:nvPr>
            <p:ph type="sldNum" sz="half" idx="16"/>
          </p:nvPr>
        </p:nvSpPr>
        <p:spPr/>
        <p:txBody>
          <a:bodyPr/>
          <a:lstStyle/>
          <a:p>
            <a:fld id="{53642C38-124F-4CC4-99D8-72838B5B5271}" type="slidenum">
              <a:rPr lang="en-US" altLang="zh-CN" smtClean="0"/>
              <a:pPr/>
              <a:t>‹#›</a:t>
            </a:fld>
            <a:endParaRPr lang="en-US" altLang="zh-CN"/>
          </a:p>
        </p:txBody>
      </p:sp>
      <p:sp>
        <p:nvSpPr>
          <p:cNvPr id="8" name="Freeform 3">
            <a:extLst>
              <a:ext uri="{FF2B5EF4-FFF2-40B4-BE49-F238E27FC236}">
                <a16:creationId xmlns:a16="http://schemas.microsoft.com/office/drawing/2014/main" id="{763448F8-6FFE-99E6-1EC9-6E8BC4C946FF}"/>
              </a:ext>
              <a:ext uri="{C183D7F6-B498-43B3-948B-1728B52AA6E4}">
                <adec:decorative xmlns:adec="http://schemas.microsoft.com/office/drawing/2017/decorative" val="1"/>
              </a:ext>
            </a:extLst>
          </p:cNvPr>
          <p:cNvSpPr/>
          <p:nvPr userDrawn="1"/>
        </p:nvSpPr>
        <p:spPr>
          <a:xfrm rot="10800000" flipH="1">
            <a:off x="11762291"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17" name="Freeform 16">
            <a:extLst>
              <a:ext uri="{FF2B5EF4-FFF2-40B4-BE49-F238E27FC236}">
                <a16:creationId xmlns:a16="http://schemas.microsoft.com/office/drawing/2014/main" id="{0C888063-E967-0D50-92DE-2034B012A3EF}"/>
              </a:ext>
              <a:ext uri="{C183D7F6-B498-43B3-948B-1728B52AA6E4}">
                <adec:decorative xmlns:adec="http://schemas.microsoft.com/office/drawing/2017/decorative" val="1"/>
              </a:ext>
            </a:extLst>
          </p:cNvPr>
          <p:cNvSpPr/>
          <p:nvPr userDrawn="1"/>
        </p:nvSpPr>
        <p:spPr>
          <a:xfrm rot="10800000" flipH="1">
            <a:off x="11335174"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5" name="Freeform 3">
            <a:extLst>
              <a:ext uri="{FF2B5EF4-FFF2-40B4-BE49-F238E27FC236}">
                <a16:creationId xmlns:a16="http://schemas.microsoft.com/office/drawing/2014/main" id="{BA7E5103-84AB-E8CD-5150-A57DE1BA1BC8}"/>
              </a:ext>
              <a:ext uri="{C183D7F6-B498-43B3-948B-1728B52AA6E4}">
                <adec:decorative xmlns:adec="http://schemas.microsoft.com/office/drawing/2017/decorative" val="1"/>
              </a:ext>
            </a:extLst>
          </p:cNvPr>
          <p:cNvSpPr/>
          <p:nvPr userDrawn="1"/>
        </p:nvSpPr>
        <p:spPr>
          <a:xfrm rot="10800000" flipH="1">
            <a:off x="10905465" y="0"/>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6" name="Freeform 3">
            <a:extLst>
              <a:ext uri="{FF2B5EF4-FFF2-40B4-BE49-F238E27FC236}">
                <a16:creationId xmlns:a16="http://schemas.microsoft.com/office/drawing/2014/main" id="{0483C990-24B0-5FD0-A784-8BCF7C3A153D}"/>
              </a:ext>
              <a:ext uri="{C183D7F6-B498-43B3-948B-1728B52AA6E4}">
                <adec:decorative xmlns:adec="http://schemas.microsoft.com/office/drawing/2017/decorative" val="1"/>
              </a:ext>
            </a:extLst>
          </p:cNvPr>
          <p:cNvSpPr/>
          <p:nvPr userDrawn="1"/>
        </p:nvSpPr>
        <p:spPr>
          <a:xfrm rot="10800000" flipH="1">
            <a:off x="11762288" y="854710"/>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Tree>
    <p:extLst>
      <p:ext uri="{BB962C8B-B14F-4D97-AF65-F5344CB8AC3E}">
        <p14:creationId xmlns:p14="http://schemas.microsoft.com/office/powerpoint/2010/main" val="144835328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29043"/>
            <a:ext cx="10652760" cy="1133856"/>
          </a:xfrm>
          <a:prstGeom prst="rect">
            <a:avLst/>
          </a:prstGeom>
        </p:spPr>
        <p:txBody>
          <a:bodyPr lIns="0" tIns="0" rIns="0" bIns="0"/>
          <a:lstStyle/>
          <a:p>
            <a:r>
              <a:rPr lang="en-US"/>
              <a:t>Click to edit Master title style</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12648" y="548640"/>
            <a:ext cx="8266176" cy="5605272"/>
          </a:xfrm>
        </p:spPr>
        <p:txBody>
          <a:bodyPr lIns="0" tIns="0" rIns="0" bIns="0" anchor="t">
            <a:noAutofit/>
          </a:bodyPr>
          <a:lstStyle>
            <a:lvl1pPr marL="0" indent="0">
              <a:lnSpc>
                <a:spcPct val="100000"/>
              </a:lnSpc>
              <a:buNone/>
              <a:defRPr sz="5000" b="1"/>
            </a:lvl1pPr>
            <a:lvl2pPr marL="228600" indent="0">
              <a:lnSpc>
                <a:spcPct val="100000"/>
              </a:lnSpc>
              <a:buNone/>
              <a:defRPr sz="4400" b="1"/>
            </a:lvl2pPr>
            <a:lvl3pPr marL="457200" indent="0">
              <a:lnSpc>
                <a:spcPct val="100000"/>
              </a:lnSpc>
              <a:buNone/>
              <a:defRPr sz="4000" b="1"/>
            </a:lvl3pPr>
            <a:lvl4pPr marL="685800" indent="0">
              <a:lnSpc>
                <a:spcPct val="100000"/>
              </a:lnSpc>
              <a:buNone/>
              <a:defRPr sz="3600" b="1"/>
            </a:lvl4pPr>
            <a:lvl5pPr marL="914400" indent="0">
              <a:lnSpc>
                <a:spcPct val="100000"/>
              </a:lnSpc>
              <a:buNone/>
              <a:defRPr sz="3200" b="1"/>
            </a:lvl5pPr>
          </a:lstStyle>
          <a:p>
            <a:pPr lvl="0"/>
            <a:r>
              <a:rPr lang="en-US"/>
              <a:t>Click to edit Statement</a:t>
            </a:r>
          </a:p>
          <a:p>
            <a:pPr lvl="1"/>
            <a:r>
              <a:rPr lang="en-US"/>
              <a:t>Second level</a:t>
            </a:r>
          </a:p>
          <a:p>
            <a:pPr lvl="2"/>
            <a:r>
              <a:rPr lang="en-US"/>
              <a:t>Third level</a:t>
            </a:r>
          </a:p>
          <a:p>
            <a:pPr lvl="3"/>
            <a:r>
              <a:rPr lang="en-US"/>
              <a:t>Fourth level</a:t>
            </a:r>
          </a:p>
          <a:p>
            <a:pPr lvl="4"/>
            <a:r>
              <a:rPr lang="en-US"/>
              <a:t>Fifth level</a:t>
            </a:r>
          </a:p>
        </p:txBody>
      </p:sp>
      <p:sp>
        <p:nvSpPr>
          <p:cNvPr id="9" name="Date Placeholder 8">
            <a:extLst>
              <a:ext uri="{FF2B5EF4-FFF2-40B4-BE49-F238E27FC236}">
                <a16:creationId xmlns:a16="http://schemas.microsoft.com/office/drawing/2014/main" id="{239A2652-0965-F6B5-998E-C6EC1B9B6A36}"/>
              </a:ext>
            </a:extLst>
          </p:cNvPr>
          <p:cNvSpPr>
            <a:spLocks noGrp="1"/>
          </p:cNvSpPr>
          <p:nvPr>
            <p:ph type="dt" sz="half" idx="14"/>
          </p:nvPr>
        </p:nvSpPr>
        <p:spPr/>
        <p:txBody>
          <a:bodyPr/>
          <a:lstStyle/>
          <a:p>
            <a:r>
              <a:rPr lang="en-US" altLang="zh-CN"/>
              <a:t>03/12/2025</a:t>
            </a:r>
          </a:p>
        </p:txBody>
      </p:sp>
      <p:sp>
        <p:nvSpPr>
          <p:cNvPr id="10" name="Footer Placeholder 9">
            <a:extLst>
              <a:ext uri="{FF2B5EF4-FFF2-40B4-BE49-F238E27FC236}">
                <a16:creationId xmlns:a16="http://schemas.microsoft.com/office/drawing/2014/main" id="{8C9A8381-0C69-883F-03D9-9538D02E4A7D}"/>
              </a:ext>
            </a:extLst>
          </p:cNvPr>
          <p:cNvSpPr>
            <a:spLocks noGrp="1"/>
          </p:cNvSpPr>
          <p:nvPr>
            <p:ph type="ftr" sz="quarter" idx="15"/>
          </p:nvPr>
        </p:nvSpPr>
        <p:spPr/>
        <p:txBody>
          <a:bodyPr/>
          <a:lstStyle/>
          <a:p>
            <a:r>
              <a:rPr lang="en-US" altLang="zh-CN"/>
              <a:t>Sample Footer Text</a:t>
            </a:r>
          </a:p>
        </p:txBody>
      </p:sp>
      <p:sp>
        <p:nvSpPr>
          <p:cNvPr id="11" name="Slide Number Placeholder 10">
            <a:extLst>
              <a:ext uri="{FF2B5EF4-FFF2-40B4-BE49-F238E27FC236}">
                <a16:creationId xmlns:a16="http://schemas.microsoft.com/office/drawing/2014/main" id="{EAEA39D9-C31E-649F-A5D9-FC2D4FBB0D46}"/>
              </a:ext>
            </a:extLst>
          </p:cNvPr>
          <p:cNvSpPr>
            <a:spLocks noGrp="1"/>
          </p:cNvSpPr>
          <p:nvPr>
            <p:ph type="sldNum" sz="half" idx="16"/>
          </p:nvPr>
        </p:nvSpPr>
        <p:spPr/>
        <p:txBody>
          <a:bodyPr/>
          <a:lstStyle/>
          <a:p>
            <a:fld id="{53642C38-124F-4CC4-99D8-72838B5B5271}" type="slidenum">
              <a:rPr lang="en-US" altLang="zh-CN" smtClean="0"/>
              <a:pPr/>
              <a:t>‹#›</a:t>
            </a:fld>
            <a:endParaRPr lang="en-US" altLang="zh-CN"/>
          </a:p>
        </p:txBody>
      </p:sp>
      <p:sp>
        <p:nvSpPr>
          <p:cNvPr id="8" name="Freeform 3">
            <a:extLst>
              <a:ext uri="{FF2B5EF4-FFF2-40B4-BE49-F238E27FC236}">
                <a16:creationId xmlns:a16="http://schemas.microsoft.com/office/drawing/2014/main" id="{63508BFF-967B-7F9C-3CCA-964277E91EBF}"/>
              </a:ext>
              <a:ext uri="{C183D7F6-B498-43B3-948B-1728B52AA6E4}">
                <adec:decorative xmlns:adec="http://schemas.microsoft.com/office/drawing/2017/decorative" val="1"/>
              </a:ext>
            </a:extLst>
          </p:cNvPr>
          <p:cNvSpPr/>
          <p:nvPr userDrawn="1"/>
        </p:nvSpPr>
        <p:spPr>
          <a:xfrm rot="10800000" flipH="1">
            <a:off x="11762291"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17" name="Freeform 16">
            <a:extLst>
              <a:ext uri="{FF2B5EF4-FFF2-40B4-BE49-F238E27FC236}">
                <a16:creationId xmlns:a16="http://schemas.microsoft.com/office/drawing/2014/main" id="{51E38BD0-21B6-FA26-3444-7A989E7733F5}"/>
              </a:ext>
              <a:ext uri="{C183D7F6-B498-43B3-948B-1728B52AA6E4}">
                <adec:decorative xmlns:adec="http://schemas.microsoft.com/office/drawing/2017/decorative" val="1"/>
              </a:ext>
            </a:extLst>
          </p:cNvPr>
          <p:cNvSpPr/>
          <p:nvPr userDrawn="1"/>
        </p:nvSpPr>
        <p:spPr>
          <a:xfrm rot="10800000" flipH="1">
            <a:off x="11335174"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5" name="Freeform 3">
            <a:extLst>
              <a:ext uri="{FF2B5EF4-FFF2-40B4-BE49-F238E27FC236}">
                <a16:creationId xmlns:a16="http://schemas.microsoft.com/office/drawing/2014/main" id="{F1929281-B727-BC89-C33C-8528BE54FEF4}"/>
              </a:ext>
              <a:ext uri="{C183D7F6-B498-43B3-948B-1728B52AA6E4}">
                <adec:decorative xmlns:adec="http://schemas.microsoft.com/office/drawing/2017/decorative" val="1"/>
              </a:ext>
            </a:extLst>
          </p:cNvPr>
          <p:cNvSpPr/>
          <p:nvPr userDrawn="1"/>
        </p:nvSpPr>
        <p:spPr>
          <a:xfrm rot="10800000" flipH="1">
            <a:off x="10905465" y="0"/>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6" name="Freeform 3">
            <a:extLst>
              <a:ext uri="{FF2B5EF4-FFF2-40B4-BE49-F238E27FC236}">
                <a16:creationId xmlns:a16="http://schemas.microsoft.com/office/drawing/2014/main" id="{ECBD4466-8AC5-BD1F-02CF-6D2B9426715B}"/>
              </a:ext>
              <a:ext uri="{C183D7F6-B498-43B3-948B-1728B52AA6E4}">
                <adec:decorative xmlns:adec="http://schemas.microsoft.com/office/drawing/2017/decorative" val="1"/>
              </a:ext>
            </a:extLst>
          </p:cNvPr>
          <p:cNvSpPr/>
          <p:nvPr userDrawn="1"/>
        </p:nvSpPr>
        <p:spPr>
          <a:xfrm rot="10800000" flipH="1">
            <a:off x="11762288" y="854710"/>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Tree>
    <p:extLst>
      <p:ext uri="{BB962C8B-B14F-4D97-AF65-F5344CB8AC3E}">
        <p14:creationId xmlns:p14="http://schemas.microsoft.com/office/powerpoint/2010/main" val="302734291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38200" y="831919"/>
            <a:ext cx="10515600" cy="1132258"/>
          </a:xfrm>
          <a:prstGeom prst="rect">
            <a:avLst/>
          </a:prstGeom>
        </p:spPr>
        <p:txBody>
          <a:bodyPr lIns="0" tIns="0" rIns="0" bIns="0">
            <a:normAutofit/>
          </a:bodyPr>
          <a:lstStyle>
            <a:lvl1pPr>
              <a:defRPr sz="3600"/>
            </a:lvl1pPr>
          </a:lstStyle>
          <a:p>
            <a:r>
              <a:rPr lang="en-US"/>
              <a:t>Click to edit Master title style</a:t>
            </a:r>
          </a:p>
        </p:txBody>
      </p:sp>
      <p:sp>
        <p:nvSpPr>
          <p:cNvPr id="4" name="Text Placeholder 3">
            <a:extLst>
              <a:ext uri="{FF2B5EF4-FFF2-40B4-BE49-F238E27FC236}">
                <a16:creationId xmlns:a16="http://schemas.microsoft.com/office/drawing/2014/main" id="{B88DF661-6990-4747-C277-61246E52EC6F}"/>
              </a:ext>
            </a:extLst>
          </p:cNvPr>
          <p:cNvSpPr>
            <a:spLocks noGrp="1"/>
          </p:cNvSpPr>
          <p:nvPr>
            <p:ph type="body" sz="quarter" idx="18"/>
          </p:nvPr>
        </p:nvSpPr>
        <p:spPr>
          <a:xfrm>
            <a:off x="856823" y="2147455"/>
            <a:ext cx="5143920" cy="3878624"/>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3">
            <a:extLst>
              <a:ext uri="{FF2B5EF4-FFF2-40B4-BE49-F238E27FC236}">
                <a16:creationId xmlns:a16="http://schemas.microsoft.com/office/drawing/2014/main" id="{7B2FE29D-91CF-B2DE-DEA2-75EF5BE78860}"/>
              </a:ext>
            </a:extLst>
          </p:cNvPr>
          <p:cNvSpPr>
            <a:spLocks noGrp="1"/>
          </p:cNvSpPr>
          <p:nvPr>
            <p:ph type="body" sz="quarter" idx="19"/>
          </p:nvPr>
        </p:nvSpPr>
        <p:spPr>
          <a:xfrm>
            <a:off x="6191251" y="2147455"/>
            <a:ext cx="5143920" cy="3878624"/>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Date Placeholder 18">
            <a:extLst>
              <a:ext uri="{FF2B5EF4-FFF2-40B4-BE49-F238E27FC236}">
                <a16:creationId xmlns:a16="http://schemas.microsoft.com/office/drawing/2014/main" id="{D182AF1D-5CFE-B9F5-3337-E5B575C5EB0D}"/>
              </a:ext>
            </a:extLst>
          </p:cNvPr>
          <p:cNvSpPr>
            <a:spLocks noGrp="1"/>
          </p:cNvSpPr>
          <p:nvPr>
            <p:ph type="dt" sz="half" idx="15"/>
          </p:nvPr>
        </p:nvSpPr>
        <p:spPr/>
        <p:txBody>
          <a:bodyPr/>
          <a:lstStyle/>
          <a:p>
            <a:r>
              <a:rPr lang="en-US" altLang="zh-CN"/>
              <a:t>03/12/2025</a:t>
            </a:r>
          </a:p>
        </p:txBody>
      </p:sp>
      <p:sp>
        <p:nvSpPr>
          <p:cNvPr id="20" name="Footer Placeholder 19">
            <a:extLst>
              <a:ext uri="{FF2B5EF4-FFF2-40B4-BE49-F238E27FC236}">
                <a16:creationId xmlns:a16="http://schemas.microsoft.com/office/drawing/2014/main" id="{085FD5EF-4D46-8AA7-AE04-64FE00AE2A6C}"/>
              </a:ext>
            </a:extLst>
          </p:cNvPr>
          <p:cNvSpPr>
            <a:spLocks noGrp="1"/>
          </p:cNvSpPr>
          <p:nvPr>
            <p:ph type="ftr" sz="quarter" idx="16"/>
          </p:nvPr>
        </p:nvSpPr>
        <p:spPr/>
        <p:txBody>
          <a:bodyPr/>
          <a:lstStyle/>
          <a:p>
            <a:r>
              <a:rPr lang="en-US" altLang="zh-CN"/>
              <a:t>Sample Footer Text</a:t>
            </a:r>
          </a:p>
        </p:txBody>
      </p:sp>
      <p:sp>
        <p:nvSpPr>
          <p:cNvPr id="21" name="Slide Number Placeholder 20">
            <a:extLst>
              <a:ext uri="{FF2B5EF4-FFF2-40B4-BE49-F238E27FC236}">
                <a16:creationId xmlns:a16="http://schemas.microsoft.com/office/drawing/2014/main" id="{085744AF-3F93-372A-A9B2-90594BF4CD1A}"/>
              </a:ext>
            </a:extLst>
          </p:cNvPr>
          <p:cNvSpPr>
            <a:spLocks noGrp="1"/>
          </p:cNvSpPr>
          <p:nvPr>
            <p:ph type="sldNum" sz="half" idx="17"/>
          </p:nvPr>
        </p:nvSpPr>
        <p:spPr/>
        <p:txBody>
          <a:bodyPr/>
          <a:lstStyle/>
          <a:p>
            <a:fld id="{53642C38-124F-4CC4-99D8-72838B5B5271}" type="slidenum">
              <a:rPr lang="en-US" altLang="zh-CN" smtClean="0"/>
              <a:pPr/>
              <a:t>‹#›</a:t>
            </a:fld>
            <a:endParaRPr lang="en-US" altLang="zh-CN"/>
          </a:p>
        </p:txBody>
      </p:sp>
      <p:sp>
        <p:nvSpPr>
          <p:cNvPr id="5" name="Freeform 3">
            <a:extLst>
              <a:ext uri="{FF2B5EF4-FFF2-40B4-BE49-F238E27FC236}">
                <a16:creationId xmlns:a16="http://schemas.microsoft.com/office/drawing/2014/main" id="{CC48AFE3-82F7-4801-D20D-7CF473527E0F}"/>
              </a:ext>
              <a:ext uri="{C183D7F6-B498-43B3-948B-1728B52AA6E4}">
                <adec:decorative xmlns:adec="http://schemas.microsoft.com/office/drawing/2017/decorative" val="1"/>
              </a:ext>
            </a:extLst>
          </p:cNvPr>
          <p:cNvSpPr/>
          <p:nvPr userDrawn="1"/>
        </p:nvSpPr>
        <p:spPr>
          <a:xfrm rot="10800000" flipH="1" flipV="1">
            <a:off x="11762288"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6" name="Freeform 16">
            <a:extLst>
              <a:ext uri="{FF2B5EF4-FFF2-40B4-BE49-F238E27FC236}">
                <a16:creationId xmlns:a16="http://schemas.microsoft.com/office/drawing/2014/main" id="{54B2C388-87FD-655A-2A84-89019A067818}"/>
              </a:ext>
              <a:ext uri="{C183D7F6-B498-43B3-948B-1728B52AA6E4}">
                <adec:decorative xmlns:adec="http://schemas.microsoft.com/office/drawing/2017/decorative" val="1"/>
              </a:ext>
            </a:extLst>
          </p:cNvPr>
          <p:cNvSpPr/>
          <p:nvPr userDrawn="1"/>
        </p:nvSpPr>
        <p:spPr>
          <a:xfrm rot="10800000" flipH="1" flipV="1">
            <a:off x="11335170"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22" name="Freeform 3">
            <a:extLst>
              <a:ext uri="{FF2B5EF4-FFF2-40B4-BE49-F238E27FC236}">
                <a16:creationId xmlns:a16="http://schemas.microsoft.com/office/drawing/2014/main" id="{2D06BE1A-02B2-BE27-526E-ACEC6A91FE49}"/>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3" name="Freeform 16">
            <a:extLst>
              <a:ext uri="{FF2B5EF4-FFF2-40B4-BE49-F238E27FC236}">
                <a16:creationId xmlns:a16="http://schemas.microsoft.com/office/drawing/2014/main" id="{205F9FCA-7E9D-1601-F2B7-45FEA18C2D20}"/>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302415712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886374" y="838988"/>
            <a:ext cx="10461626" cy="1143292"/>
          </a:xfrm>
          <a:prstGeom prst="rect">
            <a:avLst/>
          </a:prstGeom>
        </p:spPr>
        <p:txBody>
          <a:bodyPr lIns="0" tIns="0" rIns="0" bIns="0">
            <a:normAutofit/>
          </a:bodyPr>
          <a:lstStyle>
            <a:lvl1pPr>
              <a:defRPr sz="3600"/>
            </a:lvl1p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844000" y="2142935"/>
            <a:ext cx="5157787" cy="559834"/>
          </a:xfrm>
        </p:spPr>
        <p:txBody>
          <a:bodyPr lIns="0" tIns="0" rIns="0" bIns="0"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Text Placeholder 3">
            <a:extLst>
              <a:ext uri="{FF2B5EF4-FFF2-40B4-BE49-F238E27FC236}">
                <a16:creationId xmlns:a16="http://schemas.microsoft.com/office/drawing/2014/main" id="{655B0019-E601-A7C3-16B6-D9384E6F330F}"/>
              </a:ext>
            </a:extLst>
          </p:cNvPr>
          <p:cNvSpPr>
            <a:spLocks noGrp="1"/>
          </p:cNvSpPr>
          <p:nvPr>
            <p:ph type="body" sz="quarter" idx="18"/>
          </p:nvPr>
        </p:nvSpPr>
        <p:spPr>
          <a:xfrm>
            <a:off x="856823" y="2863423"/>
            <a:ext cx="5143920" cy="3162655"/>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64812" y="2142935"/>
            <a:ext cx="5183188" cy="559834"/>
          </a:xfrm>
        </p:spPr>
        <p:txBody>
          <a:bodyPr lIns="0" tIns="0" rIns="0" bIns="0"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9" name="Text Placeholder 3">
            <a:extLst>
              <a:ext uri="{FF2B5EF4-FFF2-40B4-BE49-F238E27FC236}">
                <a16:creationId xmlns:a16="http://schemas.microsoft.com/office/drawing/2014/main" id="{55346D32-CCA3-0C2B-EA94-34F543B3E356}"/>
              </a:ext>
            </a:extLst>
          </p:cNvPr>
          <p:cNvSpPr>
            <a:spLocks noGrp="1"/>
          </p:cNvSpPr>
          <p:nvPr>
            <p:ph type="body" sz="quarter" idx="19"/>
          </p:nvPr>
        </p:nvSpPr>
        <p:spPr>
          <a:xfrm>
            <a:off x="6191251" y="2863423"/>
            <a:ext cx="5143920" cy="3162655"/>
          </a:xfrm>
        </p:spPr>
        <p:txBody>
          <a:bodyPr>
            <a:normAutofit/>
          </a:bodyPr>
          <a:lstStyle>
            <a:lvl1pPr marL="0" indent="0">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Date Placeholder 23">
            <a:extLst>
              <a:ext uri="{FF2B5EF4-FFF2-40B4-BE49-F238E27FC236}">
                <a16:creationId xmlns:a16="http://schemas.microsoft.com/office/drawing/2014/main" id="{842E1163-D084-CFE8-91C4-8A5E0B945CDF}"/>
              </a:ext>
            </a:extLst>
          </p:cNvPr>
          <p:cNvSpPr>
            <a:spLocks noGrp="1"/>
          </p:cNvSpPr>
          <p:nvPr>
            <p:ph type="dt" sz="half" idx="15"/>
          </p:nvPr>
        </p:nvSpPr>
        <p:spPr/>
        <p:txBody>
          <a:bodyPr/>
          <a:lstStyle/>
          <a:p>
            <a:r>
              <a:rPr lang="en-US" altLang="zh-CN"/>
              <a:t>03/12/2025</a:t>
            </a:r>
          </a:p>
        </p:txBody>
      </p:sp>
      <p:sp>
        <p:nvSpPr>
          <p:cNvPr id="25" name="Footer Placeholder 24">
            <a:extLst>
              <a:ext uri="{FF2B5EF4-FFF2-40B4-BE49-F238E27FC236}">
                <a16:creationId xmlns:a16="http://schemas.microsoft.com/office/drawing/2014/main" id="{0C35327D-7E30-F96B-2813-5DEACA25381A}"/>
              </a:ext>
            </a:extLst>
          </p:cNvPr>
          <p:cNvSpPr>
            <a:spLocks noGrp="1"/>
          </p:cNvSpPr>
          <p:nvPr>
            <p:ph type="ftr" sz="quarter" idx="16"/>
          </p:nvPr>
        </p:nvSpPr>
        <p:spPr/>
        <p:txBody>
          <a:bodyPr/>
          <a:lstStyle/>
          <a:p>
            <a:r>
              <a:rPr lang="en-US" altLang="zh-CN"/>
              <a:t>Sample Footer Text</a:t>
            </a:r>
          </a:p>
        </p:txBody>
      </p:sp>
      <p:sp>
        <p:nvSpPr>
          <p:cNvPr id="26" name="Slide Number Placeholder 25">
            <a:extLst>
              <a:ext uri="{FF2B5EF4-FFF2-40B4-BE49-F238E27FC236}">
                <a16:creationId xmlns:a16="http://schemas.microsoft.com/office/drawing/2014/main" id="{7EE915EA-3D19-3199-076B-D976C811E677}"/>
              </a:ext>
            </a:extLst>
          </p:cNvPr>
          <p:cNvSpPr>
            <a:spLocks noGrp="1"/>
          </p:cNvSpPr>
          <p:nvPr>
            <p:ph type="sldNum" sz="half" idx="17"/>
          </p:nvPr>
        </p:nvSpPr>
        <p:spPr/>
        <p:txBody>
          <a:bodyPr/>
          <a:lstStyle/>
          <a:p>
            <a:fld id="{53642C38-124F-4CC4-99D8-72838B5B5271}" type="slidenum">
              <a:rPr lang="en-US" altLang="zh-CN" smtClean="0"/>
              <a:pPr/>
              <a:t>‹#›</a:t>
            </a:fld>
            <a:endParaRPr lang="en-US" altLang="zh-CN"/>
          </a:p>
        </p:txBody>
      </p:sp>
      <p:sp>
        <p:nvSpPr>
          <p:cNvPr id="7" name="Freeform 3">
            <a:extLst>
              <a:ext uri="{FF2B5EF4-FFF2-40B4-BE49-F238E27FC236}">
                <a16:creationId xmlns:a16="http://schemas.microsoft.com/office/drawing/2014/main" id="{B83838BE-9616-1EA8-0CAA-CE2B04CA87E4}"/>
              </a:ext>
              <a:ext uri="{C183D7F6-B498-43B3-948B-1728B52AA6E4}">
                <adec:decorative xmlns:adec="http://schemas.microsoft.com/office/drawing/2017/decorative" val="1"/>
              </a:ext>
            </a:extLst>
          </p:cNvPr>
          <p:cNvSpPr/>
          <p:nvPr userDrawn="1"/>
        </p:nvSpPr>
        <p:spPr>
          <a:xfrm rot="10800000" flipH="1" flipV="1">
            <a:off x="11762288"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8" name="Freeform 16">
            <a:extLst>
              <a:ext uri="{FF2B5EF4-FFF2-40B4-BE49-F238E27FC236}">
                <a16:creationId xmlns:a16="http://schemas.microsoft.com/office/drawing/2014/main" id="{86683AC4-F6DB-94C2-AD96-26F92E1096BB}"/>
              </a:ext>
              <a:ext uri="{C183D7F6-B498-43B3-948B-1728B52AA6E4}">
                <adec:decorative xmlns:adec="http://schemas.microsoft.com/office/drawing/2017/decorative" val="1"/>
              </a:ext>
            </a:extLst>
          </p:cNvPr>
          <p:cNvSpPr/>
          <p:nvPr userDrawn="1"/>
        </p:nvSpPr>
        <p:spPr>
          <a:xfrm rot="10800000" flipH="1" flipV="1">
            <a:off x="11335170"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21" name="Freeform 3">
            <a:extLst>
              <a:ext uri="{FF2B5EF4-FFF2-40B4-BE49-F238E27FC236}">
                <a16:creationId xmlns:a16="http://schemas.microsoft.com/office/drawing/2014/main" id="{0AEA82EC-B8F1-CB92-3134-784B6A5BB2AD}"/>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2" name="Freeform 16">
            <a:extLst>
              <a:ext uri="{FF2B5EF4-FFF2-40B4-BE49-F238E27FC236}">
                <a16:creationId xmlns:a16="http://schemas.microsoft.com/office/drawing/2014/main" id="{56806C72-68EE-29A0-AAA3-2780E2D6B229}"/>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1165486742"/>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60400" y="1701800"/>
            <a:ext cx="3567642" cy="3602566"/>
          </a:xfrm>
          <a:prstGeom prst="rect">
            <a:avLst/>
          </a:prstGeom>
        </p:spPr>
        <p:txBody>
          <a:bodyPr lIns="0" tIns="0" rIns="0" bIns="0" anchor="t">
            <a:normAutofit/>
          </a:bodyPr>
          <a:lstStyle>
            <a:lvl1pPr algn="l">
              <a:defRPr sz="3600">
                <a:solidFill>
                  <a:schemeClr val="accent1">
                    <a:lumMod val="75000"/>
                  </a:schemeClr>
                </a:solidFill>
              </a:defRPr>
            </a:lvl1pPr>
          </a:lstStyle>
          <a:p>
            <a:r>
              <a:rPr lang="en-US"/>
              <a:t>Click to edit Master title style</a:t>
            </a:r>
          </a:p>
        </p:txBody>
      </p:sp>
      <p:sp>
        <p:nvSpPr>
          <p:cNvPr id="14" name="Freeform 3">
            <a:extLst>
              <a:ext uri="{FF2B5EF4-FFF2-40B4-BE49-F238E27FC236}">
                <a16:creationId xmlns:a16="http://schemas.microsoft.com/office/drawing/2014/main" id="{AC11847F-5B72-C042-167E-94C2B8781063}"/>
              </a:ext>
              <a:ext uri="{C183D7F6-B498-43B3-948B-1728B52AA6E4}">
                <adec:decorative xmlns:adec="http://schemas.microsoft.com/office/drawing/2017/decorative" val="1"/>
              </a:ext>
            </a:extLst>
          </p:cNvPr>
          <p:cNvSpPr/>
          <p:nvPr userDrawn="1"/>
        </p:nvSpPr>
        <p:spPr>
          <a:xfrm>
            <a:off x="0" y="6429288"/>
            <a:ext cx="11335168" cy="428711"/>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6" name="Date Placeholder 5">
            <a:extLst>
              <a:ext uri="{FF2B5EF4-FFF2-40B4-BE49-F238E27FC236}">
                <a16:creationId xmlns:a16="http://schemas.microsoft.com/office/drawing/2014/main" id="{82413880-8BA3-40F7-E4EB-B5736AD7E568}"/>
              </a:ext>
            </a:extLst>
          </p:cNvPr>
          <p:cNvSpPr>
            <a:spLocks noGrp="1"/>
          </p:cNvSpPr>
          <p:nvPr>
            <p:ph type="dt" sz="half" idx="10"/>
          </p:nvPr>
        </p:nvSpPr>
        <p:spPr/>
        <p:txBody>
          <a:bodyPr/>
          <a:lstStyle>
            <a:lvl1pPr>
              <a:defRPr>
                <a:solidFill>
                  <a:schemeClr val="bg1"/>
                </a:solidFill>
              </a:defRPr>
            </a:lvl1pPr>
          </a:lstStyle>
          <a:p>
            <a:r>
              <a:rPr lang="en-US" altLang="zh-CN"/>
              <a:t>03/12/2025</a:t>
            </a:r>
          </a:p>
        </p:txBody>
      </p:sp>
      <p:sp>
        <p:nvSpPr>
          <p:cNvPr id="9" name="Footer Placeholder 8">
            <a:extLst>
              <a:ext uri="{FF2B5EF4-FFF2-40B4-BE49-F238E27FC236}">
                <a16:creationId xmlns:a16="http://schemas.microsoft.com/office/drawing/2014/main" id="{80353A12-9C8A-289C-8282-2A997ECA0AA3}"/>
              </a:ext>
            </a:extLst>
          </p:cNvPr>
          <p:cNvSpPr>
            <a:spLocks noGrp="1"/>
          </p:cNvSpPr>
          <p:nvPr>
            <p:ph type="ftr" sz="quarter" idx="11"/>
          </p:nvPr>
        </p:nvSpPr>
        <p:spPr/>
        <p:txBody>
          <a:bodyPr/>
          <a:lstStyle>
            <a:lvl1pPr>
              <a:defRPr>
                <a:solidFill>
                  <a:schemeClr val="bg1"/>
                </a:solidFill>
              </a:defRPr>
            </a:lvl1pPr>
          </a:lstStyle>
          <a:p>
            <a:r>
              <a:rPr lang="en-US" altLang="zh-CN"/>
              <a:t>Sample Footer Text</a:t>
            </a:r>
          </a:p>
        </p:txBody>
      </p:sp>
      <p:sp>
        <p:nvSpPr>
          <p:cNvPr id="10" name="Slide Number Placeholder 9">
            <a:extLst>
              <a:ext uri="{FF2B5EF4-FFF2-40B4-BE49-F238E27FC236}">
                <a16:creationId xmlns:a16="http://schemas.microsoft.com/office/drawing/2014/main" id="{9B99161F-6303-389E-228B-53674B1953AB}"/>
              </a:ext>
            </a:extLst>
          </p:cNvPr>
          <p:cNvSpPr>
            <a:spLocks noGrp="1"/>
          </p:cNvSpPr>
          <p:nvPr>
            <p:ph type="sldNum" sz="half" idx="12"/>
          </p:nvPr>
        </p:nvSpPr>
        <p:spPr>
          <a:xfrm>
            <a:off x="7677568" y="6400800"/>
            <a:ext cx="3657600" cy="266700"/>
          </a:xfrm>
        </p:spPr>
        <p:txBody>
          <a:bodyPr/>
          <a:lstStyle>
            <a:lvl1pPr>
              <a:defRPr>
                <a:solidFill>
                  <a:schemeClr val="bg1"/>
                </a:solidFill>
              </a:defRPr>
            </a:lvl1pPr>
          </a:lstStyle>
          <a:p>
            <a:fld id="{53642C38-124F-4CC4-99D8-72838B5B5271}" type="slidenum">
              <a:rPr lang="en-US" altLang="zh-CN" smtClean="0"/>
              <a:pPr/>
              <a:t>‹#›</a:t>
            </a:fld>
            <a:endParaRPr lang="en-US" altLang="zh-CN"/>
          </a:p>
        </p:txBody>
      </p:sp>
      <p:sp>
        <p:nvSpPr>
          <p:cNvPr id="5" name="Freeform 3">
            <a:extLst>
              <a:ext uri="{FF2B5EF4-FFF2-40B4-BE49-F238E27FC236}">
                <a16:creationId xmlns:a16="http://schemas.microsoft.com/office/drawing/2014/main" id="{F3774ACF-453F-191A-8CC1-5062D32E9555}"/>
              </a:ext>
              <a:ext uri="{C183D7F6-B498-43B3-948B-1728B52AA6E4}">
                <adec:decorative xmlns:adec="http://schemas.microsoft.com/office/drawing/2017/decorative" val="1"/>
              </a:ext>
            </a:extLst>
          </p:cNvPr>
          <p:cNvSpPr/>
          <p:nvPr userDrawn="1"/>
        </p:nvSpPr>
        <p:spPr>
          <a:xfrm rot="10800000" flipH="1" flipV="1">
            <a:off x="11762287"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7" name="Freeform 16">
            <a:extLst>
              <a:ext uri="{FF2B5EF4-FFF2-40B4-BE49-F238E27FC236}">
                <a16:creationId xmlns:a16="http://schemas.microsoft.com/office/drawing/2014/main" id="{24FE0305-D16E-A2B4-2416-317566F47649}"/>
              </a:ext>
              <a:ext uri="{C183D7F6-B498-43B3-948B-1728B52AA6E4}">
                <adec:decorative xmlns:adec="http://schemas.microsoft.com/office/drawing/2017/decorative" val="1"/>
              </a:ext>
            </a:extLst>
          </p:cNvPr>
          <p:cNvSpPr/>
          <p:nvPr userDrawn="1"/>
        </p:nvSpPr>
        <p:spPr>
          <a:xfrm rot="10800000" flipH="1" flipV="1">
            <a:off x="11335168" y="6021345"/>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228330569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1_Title and 4-item Lis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60400" y="1701800"/>
            <a:ext cx="3567642" cy="3602566"/>
          </a:xfrm>
          <a:prstGeom prst="rect">
            <a:avLst/>
          </a:prstGeom>
        </p:spPr>
        <p:txBody>
          <a:bodyPr lIns="0" tIns="0" rIns="0" bIns="0" anchor="t">
            <a:normAutofit/>
          </a:bodyPr>
          <a:lstStyle>
            <a:lvl1pPr algn="l">
              <a:defRPr sz="3600">
                <a:solidFill>
                  <a:schemeClr val="accent1">
                    <a:lumMod val="75000"/>
                  </a:schemeClr>
                </a:solidFill>
              </a:defRPr>
            </a:lvl1pPr>
          </a:lstStyle>
          <a:p>
            <a:r>
              <a:rPr lang="en-US"/>
              <a:t>Click to edit Master title style</a:t>
            </a:r>
          </a:p>
        </p:txBody>
      </p:sp>
      <p:sp>
        <p:nvSpPr>
          <p:cNvPr id="24" name="Text Placeholder 2">
            <a:extLst>
              <a:ext uri="{FF2B5EF4-FFF2-40B4-BE49-F238E27FC236}">
                <a16:creationId xmlns:a16="http://schemas.microsoft.com/office/drawing/2014/main" id="{B849777E-486A-1EE1-4DCC-7807B59343F0}"/>
              </a:ext>
            </a:extLst>
          </p:cNvPr>
          <p:cNvSpPr>
            <a:spLocks noGrp="1"/>
          </p:cNvSpPr>
          <p:nvPr>
            <p:ph type="body" idx="1" hasCustomPrompt="1"/>
          </p:nvPr>
        </p:nvSpPr>
        <p:spPr>
          <a:xfrm>
            <a:off x="4709096" y="1336906"/>
            <a:ext cx="3029437" cy="830527"/>
          </a:xfrm>
        </p:spPr>
        <p:txBody>
          <a:bodyPr lIns="0" tIns="0" rIns="0" bIns="0" anchor="b">
            <a:normAutofit/>
          </a:bodyPr>
          <a:lstStyle>
            <a:lvl1pPr marL="0" indent="0">
              <a:lnSpc>
                <a:spcPct val="100000"/>
              </a:lnSpc>
              <a:spcBef>
                <a:spcPts val="0"/>
              </a:spcBef>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Text Placeholder 10">
            <a:extLst>
              <a:ext uri="{FF2B5EF4-FFF2-40B4-BE49-F238E27FC236}">
                <a16:creationId xmlns:a16="http://schemas.microsoft.com/office/drawing/2014/main" id="{B78450C3-9C1B-5B22-AE7F-83B461FBA290}"/>
              </a:ext>
            </a:extLst>
          </p:cNvPr>
          <p:cNvSpPr>
            <a:spLocks noGrp="1"/>
          </p:cNvSpPr>
          <p:nvPr>
            <p:ph type="body" sz="quarter" idx="13"/>
          </p:nvPr>
        </p:nvSpPr>
        <p:spPr>
          <a:xfrm>
            <a:off x="4709097" y="2238515"/>
            <a:ext cx="3029438" cy="1090951"/>
          </a:xfrm>
        </p:spPr>
        <p:txBody>
          <a:bodyPr lIns="0" tIns="0" rIns="0" bIns="0">
            <a:normAutofit/>
          </a:bodyPr>
          <a:lstStyle>
            <a:lvl1pPr marL="0" indent="0">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29" name="Text Placeholder 2">
            <a:extLst>
              <a:ext uri="{FF2B5EF4-FFF2-40B4-BE49-F238E27FC236}">
                <a16:creationId xmlns:a16="http://schemas.microsoft.com/office/drawing/2014/main" id="{3539111F-180A-37D3-EFC1-AABF8658EBC1}"/>
              </a:ext>
            </a:extLst>
          </p:cNvPr>
          <p:cNvSpPr>
            <a:spLocks noGrp="1"/>
          </p:cNvSpPr>
          <p:nvPr>
            <p:ph type="body" idx="18" hasCustomPrompt="1"/>
          </p:nvPr>
        </p:nvSpPr>
        <p:spPr>
          <a:xfrm>
            <a:off x="8434483" y="1330558"/>
            <a:ext cx="3029437" cy="830527"/>
          </a:xfrm>
        </p:spPr>
        <p:txBody>
          <a:bodyPr lIns="0" tIns="0" rIns="0" bIns="0" anchor="b">
            <a:normAutofit/>
          </a:bodyPr>
          <a:lstStyle>
            <a:lvl1pPr marL="0" indent="0">
              <a:lnSpc>
                <a:spcPct val="100000"/>
              </a:lnSpc>
              <a:spcBef>
                <a:spcPts val="0"/>
              </a:spcBef>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Text Placeholder 10">
            <a:extLst>
              <a:ext uri="{FF2B5EF4-FFF2-40B4-BE49-F238E27FC236}">
                <a16:creationId xmlns:a16="http://schemas.microsoft.com/office/drawing/2014/main" id="{742939A1-742B-B657-0846-E84E08ACFF9A}"/>
              </a:ext>
            </a:extLst>
          </p:cNvPr>
          <p:cNvSpPr>
            <a:spLocks noGrp="1"/>
          </p:cNvSpPr>
          <p:nvPr>
            <p:ph type="body" sz="quarter" idx="19"/>
          </p:nvPr>
        </p:nvSpPr>
        <p:spPr>
          <a:xfrm>
            <a:off x="8434484" y="2232167"/>
            <a:ext cx="3029438" cy="1090951"/>
          </a:xfrm>
        </p:spPr>
        <p:txBody>
          <a:bodyPr lIns="0" tIns="0" rIns="0" bIns="0">
            <a:normAutofit/>
          </a:bodyPr>
          <a:lstStyle>
            <a:lvl1pPr marL="0" indent="0">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26" name="Text Placeholder 2">
            <a:extLst>
              <a:ext uri="{FF2B5EF4-FFF2-40B4-BE49-F238E27FC236}">
                <a16:creationId xmlns:a16="http://schemas.microsoft.com/office/drawing/2014/main" id="{1AB50A18-7321-5FD1-42D3-6E701DDF7AB2}"/>
              </a:ext>
            </a:extLst>
          </p:cNvPr>
          <p:cNvSpPr>
            <a:spLocks noGrp="1"/>
          </p:cNvSpPr>
          <p:nvPr>
            <p:ph type="body" idx="16" hasCustomPrompt="1"/>
          </p:nvPr>
        </p:nvSpPr>
        <p:spPr>
          <a:xfrm>
            <a:off x="4699156" y="3746037"/>
            <a:ext cx="3039377" cy="830527"/>
          </a:xfrm>
        </p:spPr>
        <p:txBody>
          <a:bodyPr lIns="0" tIns="0" rIns="0" bIns="0" anchor="b">
            <a:normAutofit/>
          </a:bodyPr>
          <a:lstStyle>
            <a:lvl1pPr marL="0" indent="0">
              <a:lnSpc>
                <a:spcPct val="100000"/>
              </a:lnSpc>
              <a:spcBef>
                <a:spcPts val="0"/>
              </a:spcBef>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Text Placeholder 10">
            <a:extLst>
              <a:ext uri="{FF2B5EF4-FFF2-40B4-BE49-F238E27FC236}">
                <a16:creationId xmlns:a16="http://schemas.microsoft.com/office/drawing/2014/main" id="{A1DD7BC4-1A61-78FC-EE2F-AE4309C3755A}"/>
              </a:ext>
            </a:extLst>
          </p:cNvPr>
          <p:cNvSpPr>
            <a:spLocks noGrp="1"/>
          </p:cNvSpPr>
          <p:nvPr>
            <p:ph type="body" sz="quarter" idx="17"/>
          </p:nvPr>
        </p:nvSpPr>
        <p:spPr>
          <a:xfrm>
            <a:off x="4709095" y="4648058"/>
            <a:ext cx="3039378" cy="1090951"/>
          </a:xfrm>
        </p:spPr>
        <p:txBody>
          <a:bodyPr lIns="0" tIns="0" rIns="0" bIns="0">
            <a:normAutofit/>
          </a:bodyPr>
          <a:lstStyle>
            <a:lvl1pPr marL="0" indent="0">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32" name="Text Placeholder 2">
            <a:extLst>
              <a:ext uri="{FF2B5EF4-FFF2-40B4-BE49-F238E27FC236}">
                <a16:creationId xmlns:a16="http://schemas.microsoft.com/office/drawing/2014/main" id="{72A14645-19C8-2EFA-9685-56E6E108B729}"/>
              </a:ext>
            </a:extLst>
          </p:cNvPr>
          <p:cNvSpPr>
            <a:spLocks noGrp="1"/>
          </p:cNvSpPr>
          <p:nvPr>
            <p:ph type="body" idx="20" hasCustomPrompt="1"/>
          </p:nvPr>
        </p:nvSpPr>
        <p:spPr>
          <a:xfrm>
            <a:off x="8424543" y="3746037"/>
            <a:ext cx="3039377" cy="830527"/>
          </a:xfrm>
        </p:spPr>
        <p:txBody>
          <a:bodyPr lIns="0" tIns="0" rIns="0" bIns="0" anchor="b">
            <a:normAutofit/>
          </a:bodyPr>
          <a:lstStyle>
            <a:lvl1pPr marL="0" indent="0">
              <a:lnSpc>
                <a:spcPct val="100000"/>
              </a:lnSpc>
              <a:spcBef>
                <a:spcPts val="0"/>
              </a:spcBef>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3" name="Text Placeholder 10">
            <a:extLst>
              <a:ext uri="{FF2B5EF4-FFF2-40B4-BE49-F238E27FC236}">
                <a16:creationId xmlns:a16="http://schemas.microsoft.com/office/drawing/2014/main" id="{D6965213-DD73-73BF-B3D1-70B65D211CC7}"/>
              </a:ext>
            </a:extLst>
          </p:cNvPr>
          <p:cNvSpPr>
            <a:spLocks noGrp="1"/>
          </p:cNvSpPr>
          <p:nvPr>
            <p:ph type="body" sz="quarter" idx="21"/>
          </p:nvPr>
        </p:nvSpPr>
        <p:spPr>
          <a:xfrm>
            <a:off x="8434482" y="4648058"/>
            <a:ext cx="3039378" cy="1090951"/>
          </a:xfrm>
        </p:spPr>
        <p:txBody>
          <a:bodyPr lIns="0" tIns="0" rIns="0" bIns="0">
            <a:normAutofit/>
          </a:bodyPr>
          <a:lstStyle>
            <a:lvl1pPr marL="0" indent="0">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14" name="Freeform 3">
            <a:extLst>
              <a:ext uri="{FF2B5EF4-FFF2-40B4-BE49-F238E27FC236}">
                <a16:creationId xmlns:a16="http://schemas.microsoft.com/office/drawing/2014/main" id="{AC11847F-5B72-C042-167E-94C2B8781063}"/>
              </a:ext>
              <a:ext uri="{C183D7F6-B498-43B3-948B-1728B52AA6E4}">
                <adec:decorative xmlns:adec="http://schemas.microsoft.com/office/drawing/2017/decorative" val="1"/>
              </a:ext>
            </a:extLst>
          </p:cNvPr>
          <p:cNvSpPr/>
          <p:nvPr userDrawn="1"/>
        </p:nvSpPr>
        <p:spPr>
          <a:xfrm>
            <a:off x="0" y="6429288"/>
            <a:ext cx="11335168" cy="428711"/>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6" name="Date Placeholder 5">
            <a:extLst>
              <a:ext uri="{FF2B5EF4-FFF2-40B4-BE49-F238E27FC236}">
                <a16:creationId xmlns:a16="http://schemas.microsoft.com/office/drawing/2014/main" id="{82413880-8BA3-40F7-E4EB-B5736AD7E568}"/>
              </a:ext>
            </a:extLst>
          </p:cNvPr>
          <p:cNvSpPr>
            <a:spLocks noGrp="1"/>
          </p:cNvSpPr>
          <p:nvPr>
            <p:ph type="dt" sz="half" idx="10"/>
          </p:nvPr>
        </p:nvSpPr>
        <p:spPr/>
        <p:txBody>
          <a:bodyPr/>
          <a:lstStyle>
            <a:lvl1pPr>
              <a:defRPr>
                <a:solidFill>
                  <a:schemeClr val="bg1"/>
                </a:solidFill>
              </a:defRPr>
            </a:lvl1pPr>
          </a:lstStyle>
          <a:p>
            <a:r>
              <a:rPr lang="en-US" altLang="zh-CN"/>
              <a:t>03/12/2025</a:t>
            </a:r>
          </a:p>
        </p:txBody>
      </p:sp>
      <p:sp>
        <p:nvSpPr>
          <p:cNvPr id="9" name="Footer Placeholder 8">
            <a:extLst>
              <a:ext uri="{FF2B5EF4-FFF2-40B4-BE49-F238E27FC236}">
                <a16:creationId xmlns:a16="http://schemas.microsoft.com/office/drawing/2014/main" id="{80353A12-9C8A-289C-8282-2A997ECA0AA3}"/>
              </a:ext>
            </a:extLst>
          </p:cNvPr>
          <p:cNvSpPr>
            <a:spLocks noGrp="1"/>
          </p:cNvSpPr>
          <p:nvPr>
            <p:ph type="ftr" sz="quarter" idx="11"/>
          </p:nvPr>
        </p:nvSpPr>
        <p:spPr/>
        <p:txBody>
          <a:bodyPr/>
          <a:lstStyle>
            <a:lvl1pPr>
              <a:defRPr>
                <a:solidFill>
                  <a:schemeClr val="bg1"/>
                </a:solidFill>
              </a:defRPr>
            </a:lvl1pPr>
          </a:lstStyle>
          <a:p>
            <a:r>
              <a:rPr lang="en-US" altLang="zh-CN"/>
              <a:t>Sample Footer Text</a:t>
            </a:r>
          </a:p>
        </p:txBody>
      </p:sp>
      <p:sp>
        <p:nvSpPr>
          <p:cNvPr id="22" name="Rectangle 21">
            <a:extLst>
              <a:ext uri="{FF2B5EF4-FFF2-40B4-BE49-F238E27FC236}">
                <a16:creationId xmlns:a16="http://schemas.microsoft.com/office/drawing/2014/main" id="{38D0F390-488B-84A0-E155-B38935DD329A}"/>
              </a:ext>
              <a:ext uri="{C183D7F6-B498-43B3-948B-1728B52AA6E4}">
                <adec:decorative xmlns:adec="http://schemas.microsoft.com/office/drawing/2017/decorative" val="1"/>
              </a:ext>
            </a:extLst>
          </p:cNvPr>
          <p:cNvSpPr/>
          <p:nvPr userDrawn="1"/>
        </p:nvSpPr>
        <p:spPr>
          <a:xfrm>
            <a:off x="4431335" y="1653641"/>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23" name="Rectangle 22">
            <a:extLst>
              <a:ext uri="{FF2B5EF4-FFF2-40B4-BE49-F238E27FC236}">
                <a16:creationId xmlns:a16="http://schemas.microsoft.com/office/drawing/2014/main" id="{BB9771D8-E91F-4141-E9EB-45FEF9EEFC65}"/>
              </a:ext>
              <a:ext uri="{C183D7F6-B498-43B3-948B-1728B52AA6E4}">
                <adec:decorative xmlns:adec="http://schemas.microsoft.com/office/drawing/2017/decorative" val="1"/>
              </a:ext>
            </a:extLst>
          </p:cNvPr>
          <p:cNvSpPr/>
          <p:nvPr userDrawn="1"/>
        </p:nvSpPr>
        <p:spPr>
          <a:xfrm>
            <a:off x="4431335" y="4059542"/>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28" name="Rectangle 27">
            <a:extLst>
              <a:ext uri="{FF2B5EF4-FFF2-40B4-BE49-F238E27FC236}">
                <a16:creationId xmlns:a16="http://schemas.microsoft.com/office/drawing/2014/main" id="{47A72A46-086A-E4C6-3555-235740365BEA}"/>
              </a:ext>
              <a:ext uri="{C183D7F6-B498-43B3-948B-1728B52AA6E4}">
                <adec:decorative xmlns:adec="http://schemas.microsoft.com/office/drawing/2017/decorative" val="1"/>
              </a:ext>
            </a:extLst>
          </p:cNvPr>
          <p:cNvSpPr/>
          <p:nvPr userDrawn="1"/>
        </p:nvSpPr>
        <p:spPr>
          <a:xfrm>
            <a:off x="8156722" y="1647293"/>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31" name="Rectangle 30">
            <a:extLst>
              <a:ext uri="{FF2B5EF4-FFF2-40B4-BE49-F238E27FC236}">
                <a16:creationId xmlns:a16="http://schemas.microsoft.com/office/drawing/2014/main" id="{F45DB63E-048A-0C77-A82F-F71D245B7FF3}"/>
              </a:ext>
              <a:ext uri="{C183D7F6-B498-43B3-948B-1728B52AA6E4}">
                <adec:decorative xmlns:adec="http://schemas.microsoft.com/office/drawing/2017/decorative" val="1"/>
              </a:ext>
            </a:extLst>
          </p:cNvPr>
          <p:cNvSpPr/>
          <p:nvPr userDrawn="1"/>
        </p:nvSpPr>
        <p:spPr>
          <a:xfrm>
            <a:off x="8156722" y="4059542"/>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5" name="Freeform 3">
            <a:extLst>
              <a:ext uri="{FF2B5EF4-FFF2-40B4-BE49-F238E27FC236}">
                <a16:creationId xmlns:a16="http://schemas.microsoft.com/office/drawing/2014/main" id="{F3774ACF-453F-191A-8CC1-5062D32E9555}"/>
              </a:ext>
              <a:ext uri="{C183D7F6-B498-43B3-948B-1728B52AA6E4}">
                <adec:decorative xmlns:adec="http://schemas.microsoft.com/office/drawing/2017/decorative" val="1"/>
              </a:ext>
            </a:extLst>
          </p:cNvPr>
          <p:cNvSpPr/>
          <p:nvPr userDrawn="1"/>
        </p:nvSpPr>
        <p:spPr>
          <a:xfrm rot="10800000" flipH="1" flipV="1">
            <a:off x="11762287"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7" name="Freeform 16">
            <a:extLst>
              <a:ext uri="{FF2B5EF4-FFF2-40B4-BE49-F238E27FC236}">
                <a16:creationId xmlns:a16="http://schemas.microsoft.com/office/drawing/2014/main" id="{24FE0305-D16E-A2B4-2416-317566F47649}"/>
              </a:ext>
              <a:ext uri="{C183D7F6-B498-43B3-948B-1728B52AA6E4}">
                <adec:decorative xmlns:adec="http://schemas.microsoft.com/office/drawing/2017/decorative" val="1"/>
              </a:ext>
            </a:extLst>
          </p:cNvPr>
          <p:cNvSpPr/>
          <p:nvPr userDrawn="1"/>
        </p:nvSpPr>
        <p:spPr>
          <a:xfrm rot="10800000" flipH="1" flipV="1">
            <a:off x="11335168"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3" name="Slide Number Placeholder 9">
            <a:extLst>
              <a:ext uri="{FF2B5EF4-FFF2-40B4-BE49-F238E27FC236}">
                <a16:creationId xmlns:a16="http://schemas.microsoft.com/office/drawing/2014/main" id="{AFC9A4DA-3A9C-2881-43D7-C1B787FC84C5}"/>
              </a:ext>
            </a:extLst>
          </p:cNvPr>
          <p:cNvSpPr>
            <a:spLocks noGrp="1"/>
          </p:cNvSpPr>
          <p:nvPr>
            <p:ph type="sldNum" sz="half" idx="12"/>
          </p:nvPr>
        </p:nvSpPr>
        <p:spPr>
          <a:xfrm>
            <a:off x="7677568" y="6400800"/>
            <a:ext cx="3657600" cy="266700"/>
          </a:xfrm>
        </p:spPr>
        <p:txBody>
          <a:bodyPr/>
          <a:lstStyle>
            <a:lvl1pPr>
              <a:defRPr>
                <a:solidFill>
                  <a:schemeClr val="bg1"/>
                </a:solidFill>
              </a:defRPr>
            </a:lvl1pPr>
          </a:lstStyle>
          <a:p>
            <a:fld id="{53642C38-124F-4CC4-99D8-72838B5B5271}" type="slidenum">
              <a:rPr lang="en-US" altLang="zh-CN" smtClean="0"/>
              <a:pPr/>
              <a:t>‹#›</a:t>
            </a:fld>
            <a:endParaRPr lang="en-US" altLang="zh-CN"/>
          </a:p>
        </p:txBody>
      </p:sp>
    </p:spTree>
    <p:extLst>
      <p:ext uri="{BB962C8B-B14F-4D97-AF65-F5344CB8AC3E}">
        <p14:creationId xmlns:p14="http://schemas.microsoft.com/office/powerpoint/2010/main" val="175884582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1_Title and 5-item Lis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82033" y="863598"/>
            <a:ext cx="5017040" cy="1813068"/>
          </a:xfrm>
          <a:prstGeom prst="rect">
            <a:avLst/>
          </a:prstGeom>
        </p:spPr>
        <p:txBody>
          <a:bodyPr lIns="0" tIns="0" rIns="0" bIns="0">
            <a:normAutofit/>
          </a:bodyPr>
          <a:lstStyle>
            <a:lvl1pPr algn="l">
              <a:defRPr sz="3600">
                <a:solidFill>
                  <a:schemeClr val="accent1">
                    <a:lumMod val="75000"/>
                  </a:schemeClr>
                </a:solidFill>
              </a:defRPr>
            </a:lvl1pPr>
          </a:lstStyle>
          <a:p>
            <a:r>
              <a:rPr lang="en-US"/>
              <a:t>Click to edit Master title style</a:t>
            </a:r>
          </a:p>
        </p:txBody>
      </p:sp>
      <p:sp>
        <p:nvSpPr>
          <p:cNvPr id="47" name="Text Placeholder 2">
            <a:extLst>
              <a:ext uri="{FF2B5EF4-FFF2-40B4-BE49-F238E27FC236}">
                <a16:creationId xmlns:a16="http://schemas.microsoft.com/office/drawing/2014/main" id="{E2D9C35C-FE7A-2606-3BF7-0DD55FE91DE5}"/>
              </a:ext>
            </a:extLst>
          </p:cNvPr>
          <p:cNvSpPr>
            <a:spLocks noGrp="1"/>
          </p:cNvSpPr>
          <p:nvPr>
            <p:ph type="body" idx="24" hasCustomPrompt="1"/>
          </p:nvPr>
        </p:nvSpPr>
        <p:spPr>
          <a:xfrm>
            <a:off x="1054095" y="2835696"/>
            <a:ext cx="4256019" cy="830527"/>
          </a:xfrm>
        </p:spPr>
        <p:txBody>
          <a:bodyPr lIns="0" tIns="0" rIns="0" bIns="0" anchor="b">
            <a:normAutofit/>
          </a:bodyPr>
          <a:lstStyle>
            <a:lvl1pPr marL="0" indent="0" algn="l">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8" name="Text Placeholder 10">
            <a:extLst>
              <a:ext uri="{FF2B5EF4-FFF2-40B4-BE49-F238E27FC236}">
                <a16:creationId xmlns:a16="http://schemas.microsoft.com/office/drawing/2014/main" id="{AAAA255E-A9F7-64F2-4185-89F6B230D368}"/>
              </a:ext>
            </a:extLst>
          </p:cNvPr>
          <p:cNvSpPr>
            <a:spLocks noGrp="1"/>
          </p:cNvSpPr>
          <p:nvPr>
            <p:ph type="body" sz="quarter" idx="25"/>
          </p:nvPr>
        </p:nvSpPr>
        <p:spPr>
          <a:xfrm>
            <a:off x="1054096" y="3737306"/>
            <a:ext cx="4256020" cy="713282"/>
          </a:xfrm>
        </p:spPr>
        <p:txBody>
          <a:bodyPr lIns="0" tIns="0" rIns="0" bIns="0">
            <a:normAutofit/>
          </a:bodyPr>
          <a:lstStyle>
            <a:lvl1pPr marL="0" indent="0" algn="l">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50" name="Text Placeholder 2">
            <a:extLst>
              <a:ext uri="{FF2B5EF4-FFF2-40B4-BE49-F238E27FC236}">
                <a16:creationId xmlns:a16="http://schemas.microsoft.com/office/drawing/2014/main" id="{538EEC2C-D0E1-7BF6-1F07-61A2FA4156CB}"/>
              </a:ext>
            </a:extLst>
          </p:cNvPr>
          <p:cNvSpPr>
            <a:spLocks noGrp="1"/>
          </p:cNvSpPr>
          <p:nvPr>
            <p:ph type="body" idx="26" hasCustomPrompt="1"/>
          </p:nvPr>
        </p:nvSpPr>
        <p:spPr>
          <a:xfrm>
            <a:off x="1054093" y="4544605"/>
            <a:ext cx="4256019" cy="830527"/>
          </a:xfrm>
        </p:spPr>
        <p:txBody>
          <a:bodyPr lIns="0" tIns="0" rIns="0" bIns="0" anchor="b">
            <a:normAutofit/>
          </a:bodyPr>
          <a:lstStyle>
            <a:lvl1pPr marL="0" indent="0" algn="l">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1" name="Text Placeholder 10">
            <a:extLst>
              <a:ext uri="{FF2B5EF4-FFF2-40B4-BE49-F238E27FC236}">
                <a16:creationId xmlns:a16="http://schemas.microsoft.com/office/drawing/2014/main" id="{DD113AFF-B32F-701A-C199-5993F526E2D9}"/>
              </a:ext>
            </a:extLst>
          </p:cNvPr>
          <p:cNvSpPr>
            <a:spLocks noGrp="1"/>
          </p:cNvSpPr>
          <p:nvPr>
            <p:ph type="body" sz="quarter" idx="27"/>
          </p:nvPr>
        </p:nvSpPr>
        <p:spPr>
          <a:xfrm>
            <a:off x="1054094" y="5446215"/>
            <a:ext cx="4256020" cy="713282"/>
          </a:xfrm>
        </p:spPr>
        <p:txBody>
          <a:bodyPr lIns="0" tIns="0" rIns="0" bIns="0">
            <a:normAutofit/>
          </a:bodyPr>
          <a:lstStyle>
            <a:lvl1pPr marL="0" indent="0" algn="l">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44" name="Text Placeholder 2">
            <a:extLst>
              <a:ext uri="{FF2B5EF4-FFF2-40B4-BE49-F238E27FC236}">
                <a16:creationId xmlns:a16="http://schemas.microsoft.com/office/drawing/2014/main" id="{5BB38F7B-AD18-9B5A-2040-A338BD98347B}"/>
              </a:ext>
            </a:extLst>
          </p:cNvPr>
          <p:cNvSpPr>
            <a:spLocks noGrp="1"/>
          </p:cNvSpPr>
          <p:nvPr>
            <p:ph type="body" idx="22" hasCustomPrompt="1"/>
          </p:nvPr>
        </p:nvSpPr>
        <p:spPr>
          <a:xfrm>
            <a:off x="6525097" y="1114908"/>
            <a:ext cx="4256019" cy="830527"/>
          </a:xfrm>
        </p:spPr>
        <p:txBody>
          <a:bodyPr lIns="0" tIns="0" rIns="0" bIns="0" anchor="b">
            <a:normAutofit/>
          </a:bodyPr>
          <a:lstStyle>
            <a:lvl1pPr marL="0" indent="0" algn="l">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5" name="Text Placeholder 10">
            <a:extLst>
              <a:ext uri="{FF2B5EF4-FFF2-40B4-BE49-F238E27FC236}">
                <a16:creationId xmlns:a16="http://schemas.microsoft.com/office/drawing/2014/main" id="{756C2BDB-B9FA-A823-794C-40C06F2E5DD9}"/>
              </a:ext>
            </a:extLst>
          </p:cNvPr>
          <p:cNvSpPr>
            <a:spLocks noGrp="1"/>
          </p:cNvSpPr>
          <p:nvPr>
            <p:ph type="body" sz="quarter" idx="23"/>
          </p:nvPr>
        </p:nvSpPr>
        <p:spPr>
          <a:xfrm>
            <a:off x="6525098" y="2016518"/>
            <a:ext cx="4256020" cy="713282"/>
          </a:xfrm>
        </p:spPr>
        <p:txBody>
          <a:bodyPr lIns="0" tIns="0" rIns="0" bIns="0">
            <a:normAutofit/>
          </a:bodyPr>
          <a:lstStyle>
            <a:lvl1pPr marL="0" indent="0" algn="l">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36" name="Text Placeholder 2">
            <a:extLst>
              <a:ext uri="{FF2B5EF4-FFF2-40B4-BE49-F238E27FC236}">
                <a16:creationId xmlns:a16="http://schemas.microsoft.com/office/drawing/2014/main" id="{319914AD-BD15-D5E8-214B-C0514EABB2A4}"/>
              </a:ext>
            </a:extLst>
          </p:cNvPr>
          <p:cNvSpPr>
            <a:spLocks noGrp="1"/>
          </p:cNvSpPr>
          <p:nvPr>
            <p:ph type="body" idx="18" hasCustomPrompt="1"/>
          </p:nvPr>
        </p:nvSpPr>
        <p:spPr>
          <a:xfrm>
            <a:off x="6525101" y="2835696"/>
            <a:ext cx="4256019" cy="830527"/>
          </a:xfrm>
        </p:spPr>
        <p:txBody>
          <a:bodyPr lIns="0" tIns="0" rIns="0" bIns="0" anchor="b">
            <a:normAutofit/>
          </a:bodyPr>
          <a:lstStyle>
            <a:lvl1pPr marL="0" indent="0" algn="l">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7" name="Text Placeholder 10">
            <a:extLst>
              <a:ext uri="{FF2B5EF4-FFF2-40B4-BE49-F238E27FC236}">
                <a16:creationId xmlns:a16="http://schemas.microsoft.com/office/drawing/2014/main" id="{4E8AD6EB-E1C4-9DF7-5E39-F1AE37674A26}"/>
              </a:ext>
            </a:extLst>
          </p:cNvPr>
          <p:cNvSpPr>
            <a:spLocks noGrp="1"/>
          </p:cNvSpPr>
          <p:nvPr>
            <p:ph type="body" sz="quarter" idx="19"/>
          </p:nvPr>
        </p:nvSpPr>
        <p:spPr>
          <a:xfrm>
            <a:off x="6525102" y="3737306"/>
            <a:ext cx="4256020" cy="713282"/>
          </a:xfrm>
        </p:spPr>
        <p:txBody>
          <a:bodyPr lIns="0" tIns="0" rIns="0" bIns="0">
            <a:normAutofit/>
          </a:bodyPr>
          <a:lstStyle>
            <a:lvl1pPr marL="0" indent="0" algn="l">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41" name="Text Placeholder 2">
            <a:extLst>
              <a:ext uri="{FF2B5EF4-FFF2-40B4-BE49-F238E27FC236}">
                <a16:creationId xmlns:a16="http://schemas.microsoft.com/office/drawing/2014/main" id="{159DFA9A-949C-E801-CEB3-53DADD3E4002}"/>
              </a:ext>
            </a:extLst>
          </p:cNvPr>
          <p:cNvSpPr>
            <a:spLocks noGrp="1"/>
          </p:cNvSpPr>
          <p:nvPr>
            <p:ph type="body" idx="20" hasCustomPrompt="1"/>
          </p:nvPr>
        </p:nvSpPr>
        <p:spPr>
          <a:xfrm>
            <a:off x="6525099" y="4544605"/>
            <a:ext cx="4256019" cy="830527"/>
          </a:xfrm>
        </p:spPr>
        <p:txBody>
          <a:bodyPr lIns="0" tIns="0" rIns="0" bIns="0" anchor="b">
            <a:normAutofit/>
          </a:bodyPr>
          <a:lstStyle>
            <a:lvl1pPr marL="0" indent="0" algn="l">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Text Placeholder 10">
            <a:extLst>
              <a:ext uri="{FF2B5EF4-FFF2-40B4-BE49-F238E27FC236}">
                <a16:creationId xmlns:a16="http://schemas.microsoft.com/office/drawing/2014/main" id="{084F1887-0950-B872-45A0-E42DC90567C6}"/>
              </a:ext>
            </a:extLst>
          </p:cNvPr>
          <p:cNvSpPr>
            <a:spLocks noGrp="1"/>
          </p:cNvSpPr>
          <p:nvPr>
            <p:ph type="body" sz="quarter" idx="21"/>
          </p:nvPr>
        </p:nvSpPr>
        <p:spPr>
          <a:xfrm>
            <a:off x="6525100" y="5446215"/>
            <a:ext cx="4256020" cy="713282"/>
          </a:xfrm>
        </p:spPr>
        <p:txBody>
          <a:bodyPr lIns="0" tIns="0" rIns="0" bIns="0">
            <a:normAutofit/>
          </a:bodyPr>
          <a:lstStyle>
            <a:lvl1pPr marL="0" indent="0" algn="l">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6" name="Date Placeholder 5">
            <a:extLst>
              <a:ext uri="{FF2B5EF4-FFF2-40B4-BE49-F238E27FC236}">
                <a16:creationId xmlns:a16="http://schemas.microsoft.com/office/drawing/2014/main" id="{82413880-8BA3-40F7-E4EB-B5736AD7E568}"/>
              </a:ext>
            </a:extLst>
          </p:cNvPr>
          <p:cNvSpPr>
            <a:spLocks noGrp="1"/>
          </p:cNvSpPr>
          <p:nvPr>
            <p:ph type="dt" sz="half" idx="10"/>
          </p:nvPr>
        </p:nvSpPr>
        <p:spPr/>
        <p:txBody>
          <a:bodyPr/>
          <a:lstStyle>
            <a:lvl1pPr>
              <a:defRPr>
                <a:solidFill>
                  <a:schemeClr val="tx1"/>
                </a:solidFill>
              </a:defRPr>
            </a:lvl1pPr>
          </a:lstStyle>
          <a:p>
            <a:r>
              <a:rPr lang="en-US" altLang="zh-CN"/>
              <a:t>03/12/2025</a:t>
            </a:r>
          </a:p>
        </p:txBody>
      </p:sp>
      <p:sp>
        <p:nvSpPr>
          <p:cNvPr id="9" name="Footer Placeholder 8">
            <a:extLst>
              <a:ext uri="{FF2B5EF4-FFF2-40B4-BE49-F238E27FC236}">
                <a16:creationId xmlns:a16="http://schemas.microsoft.com/office/drawing/2014/main" id="{80353A12-9C8A-289C-8282-2A997ECA0AA3}"/>
              </a:ext>
            </a:extLst>
          </p:cNvPr>
          <p:cNvSpPr>
            <a:spLocks noGrp="1"/>
          </p:cNvSpPr>
          <p:nvPr>
            <p:ph type="ftr" sz="quarter" idx="11"/>
          </p:nvPr>
        </p:nvSpPr>
        <p:spPr/>
        <p:txBody>
          <a:bodyPr/>
          <a:lstStyle>
            <a:lvl1pPr>
              <a:defRPr>
                <a:solidFill>
                  <a:schemeClr val="tx1"/>
                </a:solidFill>
              </a:defRPr>
            </a:lvl1pPr>
          </a:lstStyle>
          <a:p>
            <a:r>
              <a:rPr lang="en-US" altLang="zh-CN"/>
              <a:t>Sample Footer Text</a:t>
            </a:r>
          </a:p>
        </p:txBody>
      </p:sp>
      <p:sp>
        <p:nvSpPr>
          <p:cNvPr id="10" name="Slide Number Placeholder 9">
            <a:extLst>
              <a:ext uri="{FF2B5EF4-FFF2-40B4-BE49-F238E27FC236}">
                <a16:creationId xmlns:a16="http://schemas.microsoft.com/office/drawing/2014/main" id="{9B99161F-6303-389E-228B-53674B1953AB}"/>
              </a:ext>
            </a:extLst>
          </p:cNvPr>
          <p:cNvSpPr>
            <a:spLocks noGrp="1"/>
          </p:cNvSpPr>
          <p:nvPr>
            <p:ph type="sldNum" sz="half" idx="12"/>
          </p:nvPr>
        </p:nvSpPr>
        <p:spPr/>
        <p:txBody>
          <a:bodyPr/>
          <a:lstStyle>
            <a:lvl1pPr>
              <a:defRPr>
                <a:solidFill>
                  <a:schemeClr val="tx1"/>
                </a:solidFill>
              </a:defRPr>
            </a:lvl1pPr>
          </a:lstStyle>
          <a:p>
            <a:fld id="{53642C38-124F-4CC4-99D8-72838B5B5271}" type="slidenum">
              <a:rPr lang="en-US" altLang="zh-CN" smtClean="0"/>
              <a:pPr/>
              <a:t>‹#›</a:t>
            </a:fld>
            <a:endParaRPr lang="en-US" altLang="zh-CN"/>
          </a:p>
        </p:txBody>
      </p:sp>
      <p:sp>
        <p:nvSpPr>
          <p:cNvPr id="30" name="Rectangle 29">
            <a:extLst>
              <a:ext uri="{FF2B5EF4-FFF2-40B4-BE49-F238E27FC236}">
                <a16:creationId xmlns:a16="http://schemas.microsoft.com/office/drawing/2014/main" id="{9DAFC5CB-6377-F1F8-D257-8B5480903BFE}"/>
              </a:ext>
              <a:ext uri="{C183D7F6-B498-43B3-948B-1728B52AA6E4}">
                <adec:decorative xmlns:adec="http://schemas.microsoft.com/office/drawing/2017/decorative" val="1"/>
              </a:ext>
            </a:extLst>
          </p:cNvPr>
          <p:cNvSpPr/>
          <p:nvPr userDrawn="1"/>
        </p:nvSpPr>
        <p:spPr>
          <a:xfrm>
            <a:off x="6248398" y="3426592"/>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40" name="Rectangle 39">
            <a:extLst>
              <a:ext uri="{FF2B5EF4-FFF2-40B4-BE49-F238E27FC236}">
                <a16:creationId xmlns:a16="http://schemas.microsoft.com/office/drawing/2014/main" id="{DCC4409F-782A-C9BD-37FF-F2C0AB50133F}"/>
              </a:ext>
              <a:ext uri="{C183D7F6-B498-43B3-948B-1728B52AA6E4}">
                <adec:decorative xmlns:adec="http://schemas.microsoft.com/office/drawing/2017/decorative" val="1"/>
              </a:ext>
            </a:extLst>
          </p:cNvPr>
          <p:cNvSpPr/>
          <p:nvPr userDrawn="1"/>
        </p:nvSpPr>
        <p:spPr>
          <a:xfrm>
            <a:off x="6248396" y="5135501"/>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43" name="Rectangle 42">
            <a:extLst>
              <a:ext uri="{FF2B5EF4-FFF2-40B4-BE49-F238E27FC236}">
                <a16:creationId xmlns:a16="http://schemas.microsoft.com/office/drawing/2014/main" id="{78F91057-1EA6-930F-A379-A9645B787EB1}"/>
              </a:ext>
              <a:ext uri="{C183D7F6-B498-43B3-948B-1728B52AA6E4}">
                <adec:decorative xmlns:adec="http://schemas.microsoft.com/office/drawing/2017/decorative" val="1"/>
              </a:ext>
            </a:extLst>
          </p:cNvPr>
          <p:cNvSpPr/>
          <p:nvPr userDrawn="1"/>
        </p:nvSpPr>
        <p:spPr>
          <a:xfrm>
            <a:off x="6248394" y="1705804"/>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46" name="Rectangle 45">
            <a:extLst>
              <a:ext uri="{FF2B5EF4-FFF2-40B4-BE49-F238E27FC236}">
                <a16:creationId xmlns:a16="http://schemas.microsoft.com/office/drawing/2014/main" id="{3B4A6F2E-6C27-C29A-8E76-227CDF4D47B7}"/>
              </a:ext>
              <a:ext uri="{C183D7F6-B498-43B3-948B-1728B52AA6E4}">
                <adec:decorative xmlns:adec="http://schemas.microsoft.com/office/drawing/2017/decorative" val="1"/>
              </a:ext>
            </a:extLst>
          </p:cNvPr>
          <p:cNvSpPr/>
          <p:nvPr userDrawn="1"/>
        </p:nvSpPr>
        <p:spPr>
          <a:xfrm>
            <a:off x="777392" y="3426592"/>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49" name="Rectangle 48">
            <a:extLst>
              <a:ext uri="{FF2B5EF4-FFF2-40B4-BE49-F238E27FC236}">
                <a16:creationId xmlns:a16="http://schemas.microsoft.com/office/drawing/2014/main" id="{7B760381-09C0-1651-094D-2E5E8BD72E52}"/>
              </a:ext>
              <a:ext uri="{C183D7F6-B498-43B3-948B-1728B52AA6E4}">
                <adec:decorative xmlns:adec="http://schemas.microsoft.com/office/drawing/2017/decorative" val="1"/>
              </a:ext>
            </a:extLst>
          </p:cNvPr>
          <p:cNvSpPr/>
          <p:nvPr userDrawn="1"/>
        </p:nvSpPr>
        <p:spPr>
          <a:xfrm>
            <a:off x="777390" y="5135501"/>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21" name="Freeform 3">
            <a:extLst>
              <a:ext uri="{FF2B5EF4-FFF2-40B4-BE49-F238E27FC236}">
                <a16:creationId xmlns:a16="http://schemas.microsoft.com/office/drawing/2014/main" id="{696E249F-C7EB-0231-EA81-C6E82F1B5CD7}"/>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2" name="Freeform 16">
            <a:extLst>
              <a:ext uri="{FF2B5EF4-FFF2-40B4-BE49-F238E27FC236}">
                <a16:creationId xmlns:a16="http://schemas.microsoft.com/office/drawing/2014/main" id="{2F4E0AA4-270D-BB51-BA89-08B5EA192906}"/>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13" name="Freeform 3">
            <a:extLst>
              <a:ext uri="{FF2B5EF4-FFF2-40B4-BE49-F238E27FC236}">
                <a16:creationId xmlns:a16="http://schemas.microsoft.com/office/drawing/2014/main" id="{A3C9FF1E-A0F4-D3AE-6CB4-5CF407A845A1}"/>
              </a:ext>
              <a:ext uri="{C183D7F6-B498-43B3-948B-1728B52AA6E4}">
                <adec:decorative xmlns:adec="http://schemas.microsoft.com/office/drawing/2017/decorative" val="1"/>
              </a:ext>
            </a:extLst>
          </p:cNvPr>
          <p:cNvSpPr/>
          <p:nvPr userDrawn="1"/>
        </p:nvSpPr>
        <p:spPr>
          <a:xfrm rot="10800000" flipH="1" flipV="1">
            <a:off x="11762288"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14" name="Freeform 16">
            <a:extLst>
              <a:ext uri="{FF2B5EF4-FFF2-40B4-BE49-F238E27FC236}">
                <a16:creationId xmlns:a16="http://schemas.microsoft.com/office/drawing/2014/main" id="{1C2BF18A-B722-B5FE-1AC8-E44F0580435E}"/>
              </a:ext>
              <a:ext uri="{C183D7F6-B498-43B3-948B-1728B52AA6E4}">
                <adec:decorative xmlns:adec="http://schemas.microsoft.com/office/drawing/2017/decorative" val="1"/>
              </a:ext>
            </a:extLst>
          </p:cNvPr>
          <p:cNvSpPr/>
          <p:nvPr userDrawn="1"/>
        </p:nvSpPr>
        <p:spPr>
          <a:xfrm rot="10800000" flipH="1" flipV="1">
            <a:off x="11335170"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22251092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Title and 6-item Lis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782032" y="617759"/>
            <a:ext cx="10553138" cy="923496"/>
          </a:xfrm>
          <a:prstGeom prst="rect">
            <a:avLst/>
          </a:prstGeom>
        </p:spPr>
        <p:txBody>
          <a:bodyPr lIns="0" tIns="0" rIns="0" bIns="0">
            <a:normAutofit/>
          </a:bodyPr>
          <a:lstStyle>
            <a:lvl1pPr algn="l">
              <a:defRPr sz="3600">
                <a:solidFill>
                  <a:schemeClr val="accent1">
                    <a:lumMod val="75000"/>
                  </a:schemeClr>
                </a:solidFill>
              </a:defRPr>
            </a:lvl1pPr>
          </a:lstStyle>
          <a:p>
            <a:r>
              <a:rPr lang="en-US"/>
              <a:t>Click to edit Master title style</a:t>
            </a:r>
          </a:p>
        </p:txBody>
      </p:sp>
      <p:sp>
        <p:nvSpPr>
          <p:cNvPr id="47" name="Text Placeholder 2">
            <a:extLst>
              <a:ext uri="{FF2B5EF4-FFF2-40B4-BE49-F238E27FC236}">
                <a16:creationId xmlns:a16="http://schemas.microsoft.com/office/drawing/2014/main" id="{E2D9C35C-FE7A-2606-3BF7-0DD55FE91DE5}"/>
              </a:ext>
            </a:extLst>
          </p:cNvPr>
          <p:cNvSpPr>
            <a:spLocks noGrp="1"/>
          </p:cNvSpPr>
          <p:nvPr>
            <p:ph type="body" idx="24" hasCustomPrompt="1"/>
          </p:nvPr>
        </p:nvSpPr>
        <p:spPr>
          <a:xfrm>
            <a:off x="1054095" y="1818747"/>
            <a:ext cx="4256019" cy="830527"/>
          </a:xfrm>
        </p:spPr>
        <p:txBody>
          <a:bodyPr lIns="0" tIns="0" rIns="0" bIns="0" anchor="b">
            <a:normAutofit/>
          </a:bodyPr>
          <a:lstStyle>
            <a:lvl1pPr marL="0" indent="0" algn="l">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8" name="Text Placeholder 10">
            <a:extLst>
              <a:ext uri="{FF2B5EF4-FFF2-40B4-BE49-F238E27FC236}">
                <a16:creationId xmlns:a16="http://schemas.microsoft.com/office/drawing/2014/main" id="{AAAA255E-A9F7-64F2-4185-89F6B230D368}"/>
              </a:ext>
            </a:extLst>
          </p:cNvPr>
          <p:cNvSpPr>
            <a:spLocks noGrp="1"/>
          </p:cNvSpPr>
          <p:nvPr>
            <p:ph type="body" sz="quarter" idx="25"/>
          </p:nvPr>
        </p:nvSpPr>
        <p:spPr>
          <a:xfrm>
            <a:off x="1054096" y="2723284"/>
            <a:ext cx="4256020" cy="402629"/>
          </a:xfrm>
        </p:spPr>
        <p:txBody>
          <a:bodyPr lIns="0" tIns="0" rIns="0" bIns="0">
            <a:normAutofit/>
          </a:bodyPr>
          <a:lstStyle>
            <a:lvl1pPr marL="0" indent="0" algn="l">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50" name="Text Placeholder 2">
            <a:extLst>
              <a:ext uri="{FF2B5EF4-FFF2-40B4-BE49-F238E27FC236}">
                <a16:creationId xmlns:a16="http://schemas.microsoft.com/office/drawing/2014/main" id="{538EEC2C-D0E1-7BF6-1F07-61A2FA4156CB}"/>
              </a:ext>
            </a:extLst>
          </p:cNvPr>
          <p:cNvSpPr>
            <a:spLocks noGrp="1"/>
          </p:cNvSpPr>
          <p:nvPr>
            <p:ph type="body" idx="26" hasCustomPrompt="1"/>
          </p:nvPr>
        </p:nvSpPr>
        <p:spPr>
          <a:xfrm>
            <a:off x="1054093" y="3344776"/>
            <a:ext cx="4256019" cy="830527"/>
          </a:xfrm>
        </p:spPr>
        <p:txBody>
          <a:bodyPr lIns="0" tIns="0" rIns="0" bIns="0" anchor="b">
            <a:normAutofit/>
          </a:bodyPr>
          <a:lstStyle>
            <a:lvl1pPr marL="0" indent="0" algn="l">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1" name="Text Placeholder 10">
            <a:extLst>
              <a:ext uri="{FF2B5EF4-FFF2-40B4-BE49-F238E27FC236}">
                <a16:creationId xmlns:a16="http://schemas.microsoft.com/office/drawing/2014/main" id="{DD113AFF-B32F-701A-C199-5993F526E2D9}"/>
              </a:ext>
            </a:extLst>
          </p:cNvPr>
          <p:cNvSpPr>
            <a:spLocks noGrp="1"/>
          </p:cNvSpPr>
          <p:nvPr>
            <p:ph type="body" sz="quarter" idx="27"/>
          </p:nvPr>
        </p:nvSpPr>
        <p:spPr>
          <a:xfrm>
            <a:off x="1054094" y="4249313"/>
            <a:ext cx="4256020" cy="402629"/>
          </a:xfrm>
        </p:spPr>
        <p:txBody>
          <a:bodyPr lIns="0" tIns="0" rIns="0" bIns="0">
            <a:normAutofit/>
          </a:bodyPr>
          <a:lstStyle>
            <a:lvl1pPr marL="0" indent="0" algn="l">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3" name="Text Placeholder 2">
            <a:extLst>
              <a:ext uri="{FF2B5EF4-FFF2-40B4-BE49-F238E27FC236}">
                <a16:creationId xmlns:a16="http://schemas.microsoft.com/office/drawing/2014/main" id="{1E8530C7-8376-4FE6-5A73-9B4E9D257CAB}"/>
              </a:ext>
            </a:extLst>
          </p:cNvPr>
          <p:cNvSpPr>
            <a:spLocks noGrp="1"/>
          </p:cNvSpPr>
          <p:nvPr>
            <p:ph type="body" idx="28" hasCustomPrompt="1"/>
          </p:nvPr>
        </p:nvSpPr>
        <p:spPr>
          <a:xfrm>
            <a:off x="1054093" y="4881064"/>
            <a:ext cx="4256019" cy="830527"/>
          </a:xfrm>
        </p:spPr>
        <p:txBody>
          <a:bodyPr lIns="0" tIns="0" rIns="0" bIns="0" anchor="b">
            <a:normAutofit/>
          </a:bodyPr>
          <a:lstStyle>
            <a:lvl1pPr marL="0" indent="0" algn="l">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Text Placeholder 10">
            <a:extLst>
              <a:ext uri="{FF2B5EF4-FFF2-40B4-BE49-F238E27FC236}">
                <a16:creationId xmlns:a16="http://schemas.microsoft.com/office/drawing/2014/main" id="{1B61E22B-AF0A-C90B-8B8C-B2C63BE62605}"/>
              </a:ext>
            </a:extLst>
          </p:cNvPr>
          <p:cNvSpPr>
            <a:spLocks noGrp="1"/>
          </p:cNvSpPr>
          <p:nvPr>
            <p:ph type="body" sz="quarter" idx="29"/>
          </p:nvPr>
        </p:nvSpPr>
        <p:spPr>
          <a:xfrm>
            <a:off x="1054094" y="5785601"/>
            <a:ext cx="4256020" cy="402629"/>
          </a:xfrm>
        </p:spPr>
        <p:txBody>
          <a:bodyPr lIns="0" tIns="0" rIns="0" bIns="0">
            <a:normAutofit/>
          </a:bodyPr>
          <a:lstStyle>
            <a:lvl1pPr marL="0" indent="0" algn="l">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44" name="Text Placeholder 2">
            <a:extLst>
              <a:ext uri="{FF2B5EF4-FFF2-40B4-BE49-F238E27FC236}">
                <a16:creationId xmlns:a16="http://schemas.microsoft.com/office/drawing/2014/main" id="{5BB38F7B-AD18-9B5A-2040-A338BD98347B}"/>
              </a:ext>
            </a:extLst>
          </p:cNvPr>
          <p:cNvSpPr>
            <a:spLocks noGrp="1"/>
          </p:cNvSpPr>
          <p:nvPr>
            <p:ph type="body" idx="22" hasCustomPrompt="1"/>
          </p:nvPr>
        </p:nvSpPr>
        <p:spPr>
          <a:xfrm>
            <a:off x="6525097" y="1818747"/>
            <a:ext cx="4256019" cy="830527"/>
          </a:xfrm>
        </p:spPr>
        <p:txBody>
          <a:bodyPr lIns="0" tIns="0" rIns="0" bIns="0" anchor="b">
            <a:normAutofit/>
          </a:bodyPr>
          <a:lstStyle>
            <a:lvl1pPr marL="0" indent="0" algn="l">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5" name="Text Placeholder 10">
            <a:extLst>
              <a:ext uri="{FF2B5EF4-FFF2-40B4-BE49-F238E27FC236}">
                <a16:creationId xmlns:a16="http://schemas.microsoft.com/office/drawing/2014/main" id="{756C2BDB-B9FA-A823-794C-40C06F2E5DD9}"/>
              </a:ext>
            </a:extLst>
          </p:cNvPr>
          <p:cNvSpPr>
            <a:spLocks noGrp="1"/>
          </p:cNvSpPr>
          <p:nvPr>
            <p:ph type="body" sz="quarter" idx="23"/>
          </p:nvPr>
        </p:nvSpPr>
        <p:spPr>
          <a:xfrm>
            <a:off x="6525098" y="2723284"/>
            <a:ext cx="4256020" cy="402629"/>
          </a:xfrm>
        </p:spPr>
        <p:txBody>
          <a:bodyPr lIns="0" tIns="0" rIns="0" bIns="0">
            <a:normAutofit/>
          </a:bodyPr>
          <a:lstStyle>
            <a:lvl1pPr marL="0" indent="0" algn="l">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36" name="Text Placeholder 2">
            <a:extLst>
              <a:ext uri="{FF2B5EF4-FFF2-40B4-BE49-F238E27FC236}">
                <a16:creationId xmlns:a16="http://schemas.microsoft.com/office/drawing/2014/main" id="{319914AD-BD15-D5E8-214B-C0514EABB2A4}"/>
              </a:ext>
            </a:extLst>
          </p:cNvPr>
          <p:cNvSpPr>
            <a:spLocks noGrp="1"/>
          </p:cNvSpPr>
          <p:nvPr>
            <p:ph type="body" idx="18" hasCustomPrompt="1"/>
          </p:nvPr>
        </p:nvSpPr>
        <p:spPr>
          <a:xfrm>
            <a:off x="6525101" y="3356655"/>
            <a:ext cx="4256019" cy="830527"/>
          </a:xfrm>
        </p:spPr>
        <p:txBody>
          <a:bodyPr lIns="0" tIns="0" rIns="0" bIns="0" anchor="b">
            <a:normAutofit/>
          </a:bodyPr>
          <a:lstStyle>
            <a:lvl1pPr marL="0" indent="0" algn="l">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7" name="Text Placeholder 10">
            <a:extLst>
              <a:ext uri="{FF2B5EF4-FFF2-40B4-BE49-F238E27FC236}">
                <a16:creationId xmlns:a16="http://schemas.microsoft.com/office/drawing/2014/main" id="{4E8AD6EB-E1C4-9DF7-5E39-F1AE37674A26}"/>
              </a:ext>
            </a:extLst>
          </p:cNvPr>
          <p:cNvSpPr>
            <a:spLocks noGrp="1"/>
          </p:cNvSpPr>
          <p:nvPr>
            <p:ph type="body" sz="quarter" idx="19"/>
          </p:nvPr>
        </p:nvSpPr>
        <p:spPr>
          <a:xfrm>
            <a:off x="6525102" y="4261192"/>
            <a:ext cx="4256020" cy="402629"/>
          </a:xfrm>
        </p:spPr>
        <p:txBody>
          <a:bodyPr lIns="0" tIns="0" rIns="0" bIns="0">
            <a:normAutofit/>
          </a:bodyPr>
          <a:lstStyle>
            <a:lvl1pPr marL="0" indent="0" algn="l">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41" name="Text Placeholder 2">
            <a:extLst>
              <a:ext uri="{FF2B5EF4-FFF2-40B4-BE49-F238E27FC236}">
                <a16:creationId xmlns:a16="http://schemas.microsoft.com/office/drawing/2014/main" id="{159DFA9A-949C-E801-CEB3-53DADD3E4002}"/>
              </a:ext>
            </a:extLst>
          </p:cNvPr>
          <p:cNvSpPr>
            <a:spLocks noGrp="1"/>
          </p:cNvSpPr>
          <p:nvPr>
            <p:ph type="body" idx="20" hasCustomPrompt="1"/>
          </p:nvPr>
        </p:nvSpPr>
        <p:spPr>
          <a:xfrm>
            <a:off x="6525099" y="4882684"/>
            <a:ext cx="4256019" cy="830527"/>
          </a:xfrm>
        </p:spPr>
        <p:txBody>
          <a:bodyPr lIns="0" tIns="0" rIns="0" bIns="0" anchor="b">
            <a:normAutofit/>
          </a:bodyPr>
          <a:lstStyle>
            <a:lvl1pPr marL="0" indent="0" algn="l">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Text Placeholder 10">
            <a:extLst>
              <a:ext uri="{FF2B5EF4-FFF2-40B4-BE49-F238E27FC236}">
                <a16:creationId xmlns:a16="http://schemas.microsoft.com/office/drawing/2014/main" id="{084F1887-0950-B872-45A0-E42DC90567C6}"/>
              </a:ext>
            </a:extLst>
          </p:cNvPr>
          <p:cNvSpPr>
            <a:spLocks noGrp="1"/>
          </p:cNvSpPr>
          <p:nvPr>
            <p:ph type="body" sz="quarter" idx="21"/>
          </p:nvPr>
        </p:nvSpPr>
        <p:spPr>
          <a:xfrm>
            <a:off x="6525100" y="5787221"/>
            <a:ext cx="4256020" cy="402629"/>
          </a:xfrm>
        </p:spPr>
        <p:txBody>
          <a:bodyPr lIns="0" tIns="0" rIns="0" bIns="0">
            <a:normAutofit/>
          </a:bodyPr>
          <a:lstStyle>
            <a:lvl1pPr marL="0" indent="0" algn="l">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6" name="Date Placeholder 5">
            <a:extLst>
              <a:ext uri="{FF2B5EF4-FFF2-40B4-BE49-F238E27FC236}">
                <a16:creationId xmlns:a16="http://schemas.microsoft.com/office/drawing/2014/main" id="{82413880-8BA3-40F7-E4EB-B5736AD7E568}"/>
              </a:ext>
            </a:extLst>
          </p:cNvPr>
          <p:cNvSpPr>
            <a:spLocks noGrp="1"/>
          </p:cNvSpPr>
          <p:nvPr>
            <p:ph type="dt" sz="half" idx="10"/>
          </p:nvPr>
        </p:nvSpPr>
        <p:spPr/>
        <p:txBody>
          <a:bodyPr/>
          <a:lstStyle>
            <a:lvl1pPr>
              <a:defRPr>
                <a:solidFill>
                  <a:schemeClr val="tx1"/>
                </a:solidFill>
              </a:defRPr>
            </a:lvl1pPr>
          </a:lstStyle>
          <a:p>
            <a:r>
              <a:rPr lang="en-US" altLang="zh-CN"/>
              <a:t>03/12/2025</a:t>
            </a:r>
          </a:p>
        </p:txBody>
      </p:sp>
      <p:sp>
        <p:nvSpPr>
          <p:cNvPr id="9" name="Footer Placeholder 8">
            <a:extLst>
              <a:ext uri="{FF2B5EF4-FFF2-40B4-BE49-F238E27FC236}">
                <a16:creationId xmlns:a16="http://schemas.microsoft.com/office/drawing/2014/main" id="{80353A12-9C8A-289C-8282-2A997ECA0AA3}"/>
              </a:ext>
            </a:extLst>
          </p:cNvPr>
          <p:cNvSpPr>
            <a:spLocks noGrp="1"/>
          </p:cNvSpPr>
          <p:nvPr>
            <p:ph type="ftr" sz="quarter" idx="11"/>
          </p:nvPr>
        </p:nvSpPr>
        <p:spPr/>
        <p:txBody>
          <a:bodyPr/>
          <a:lstStyle>
            <a:lvl1pPr>
              <a:defRPr>
                <a:solidFill>
                  <a:schemeClr val="tx1"/>
                </a:solidFill>
              </a:defRPr>
            </a:lvl1pPr>
          </a:lstStyle>
          <a:p>
            <a:r>
              <a:rPr lang="en-US" altLang="zh-CN"/>
              <a:t>Sample Footer Text</a:t>
            </a:r>
          </a:p>
        </p:txBody>
      </p:sp>
      <p:sp>
        <p:nvSpPr>
          <p:cNvPr id="10" name="Slide Number Placeholder 9">
            <a:extLst>
              <a:ext uri="{FF2B5EF4-FFF2-40B4-BE49-F238E27FC236}">
                <a16:creationId xmlns:a16="http://schemas.microsoft.com/office/drawing/2014/main" id="{9B99161F-6303-389E-228B-53674B1953AB}"/>
              </a:ext>
            </a:extLst>
          </p:cNvPr>
          <p:cNvSpPr>
            <a:spLocks noGrp="1"/>
          </p:cNvSpPr>
          <p:nvPr>
            <p:ph type="sldNum" sz="half" idx="12"/>
          </p:nvPr>
        </p:nvSpPr>
        <p:spPr/>
        <p:txBody>
          <a:bodyPr/>
          <a:lstStyle>
            <a:lvl1pPr>
              <a:defRPr>
                <a:solidFill>
                  <a:schemeClr val="tx1"/>
                </a:solidFill>
              </a:defRPr>
            </a:lvl1pPr>
          </a:lstStyle>
          <a:p>
            <a:fld id="{53642C38-124F-4CC4-99D8-72838B5B5271}" type="slidenum">
              <a:rPr lang="en-US" altLang="zh-CN" smtClean="0"/>
              <a:pPr/>
              <a:t>‹#›</a:t>
            </a:fld>
            <a:endParaRPr lang="en-US" altLang="zh-CN"/>
          </a:p>
        </p:txBody>
      </p:sp>
      <p:sp>
        <p:nvSpPr>
          <p:cNvPr id="30" name="Rectangle 29">
            <a:extLst>
              <a:ext uri="{FF2B5EF4-FFF2-40B4-BE49-F238E27FC236}">
                <a16:creationId xmlns:a16="http://schemas.microsoft.com/office/drawing/2014/main" id="{9DAFC5CB-6377-F1F8-D257-8B5480903BFE}"/>
              </a:ext>
              <a:ext uri="{C183D7F6-B498-43B3-948B-1728B52AA6E4}">
                <adec:decorative xmlns:adec="http://schemas.microsoft.com/office/drawing/2017/decorative" val="1"/>
              </a:ext>
            </a:extLst>
          </p:cNvPr>
          <p:cNvSpPr/>
          <p:nvPr userDrawn="1"/>
        </p:nvSpPr>
        <p:spPr>
          <a:xfrm>
            <a:off x="6248398" y="3947551"/>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40" name="Rectangle 39">
            <a:extLst>
              <a:ext uri="{FF2B5EF4-FFF2-40B4-BE49-F238E27FC236}">
                <a16:creationId xmlns:a16="http://schemas.microsoft.com/office/drawing/2014/main" id="{DCC4409F-782A-C9BD-37FF-F2C0AB50133F}"/>
              </a:ext>
              <a:ext uri="{C183D7F6-B498-43B3-948B-1728B52AA6E4}">
                <adec:decorative xmlns:adec="http://schemas.microsoft.com/office/drawing/2017/decorative" val="1"/>
              </a:ext>
            </a:extLst>
          </p:cNvPr>
          <p:cNvSpPr/>
          <p:nvPr userDrawn="1"/>
        </p:nvSpPr>
        <p:spPr>
          <a:xfrm>
            <a:off x="6248396" y="5473580"/>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43" name="Rectangle 42">
            <a:extLst>
              <a:ext uri="{FF2B5EF4-FFF2-40B4-BE49-F238E27FC236}">
                <a16:creationId xmlns:a16="http://schemas.microsoft.com/office/drawing/2014/main" id="{78F91057-1EA6-930F-A379-A9645B787EB1}"/>
              </a:ext>
              <a:ext uri="{C183D7F6-B498-43B3-948B-1728B52AA6E4}">
                <adec:decorative xmlns:adec="http://schemas.microsoft.com/office/drawing/2017/decorative" val="1"/>
              </a:ext>
            </a:extLst>
          </p:cNvPr>
          <p:cNvSpPr/>
          <p:nvPr userDrawn="1"/>
        </p:nvSpPr>
        <p:spPr>
          <a:xfrm>
            <a:off x="6248394" y="2409643"/>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46" name="Rectangle 45">
            <a:extLst>
              <a:ext uri="{FF2B5EF4-FFF2-40B4-BE49-F238E27FC236}">
                <a16:creationId xmlns:a16="http://schemas.microsoft.com/office/drawing/2014/main" id="{3B4A6F2E-6C27-C29A-8E76-227CDF4D47B7}"/>
              </a:ext>
              <a:ext uri="{C183D7F6-B498-43B3-948B-1728B52AA6E4}">
                <adec:decorative xmlns:adec="http://schemas.microsoft.com/office/drawing/2017/decorative" val="1"/>
              </a:ext>
            </a:extLst>
          </p:cNvPr>
          <p:cNvSpPr/>
          <p:nvPr userDrawn="1"/>
        </p:nvSpPr>
        <p:spPr>
          <a:xfrm>
            <a:off x="777392" y="2409643"/>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49" name="Rectangle 48">
            <a:extLst>
              <a:ext uri="{FF2B5EF4-FFF2-40B4-BE49-F238E27FC236}">
                <a16:creationId xmlns:a16="http://schemas.microsoft.com/office/drawing/2014/main" id="{7B760381-09C0-1651-094D-2E5E8BD72E52}"/>
              </a:ext>
              <a:ext uri="{C183D7F6-B498-43B3-948B-1728B52AA6E4}">
                <adec:decorative xmlns:adec="http://schemas.microsoft.com/office/drawing/2017/decorative" val="1"/>
              </a:ext>
            </a:extLst>
          </p:cNvPr>
          <p:cNvSpPr/>
          <p:nvPr userDrawn="1"/>
        </p:nvSpPr>
        <p:spPr>
          <a:xfrm>
            <a:off x="777390" y="3935672"/>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21" name="Freeform 3">
            <a:extLst>
              <a:ext uri="{FF2B5EF4-FFF2-40B4-BE49-F238E27FC236}">
                <a16:creationId xmlns:a16="http://schemas.microsoft.com/office/drawing/2014/main" id="{696E249F-C7EB-0231-EA81-C6E82F1B5CD7}"/>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13" name="Freeform 3">
            <a:extLst>
              <a:ext uri="{FF2B5EF4-FFF2-40B4-BE49-F238E27FC236}">
                <a16:creationId xmlns:a16="http://schemas.microsoft.com/office/drawing/2014/main" id="{A3C9FF1E-A0F4-D3AE-6CB4-5CF407A845A1}"/>
              </a:ext>
              <a:ext uri="{C183D7F6-B498-43B3-948B-1728B52AA6E4}">
                <adec:decorative xmlns:adec="http://schemas.microsoft.com/office/drawing/2017/decorative" val="1"/>
              </a:ext>
            </a:extLst>
          </p:cNvPr>
          <p:cNvSpPr/>
          <p:nvPr userDrawn="1"/>
        </p:nvSpPr>
        <p:spPr>
          <a:xfrm rot="10800000" flipH="1" flipV="1">
            <a:off x="11762288"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14" name="Freeform 16">
            <a:extLst>
              <a:ext uri="{FF2B5EF4-FFF2-40B4-BE49-F238E27FC236}">
                <a16:creationId xmlns:a16="http://schemas.microsoft.com/office/drawing/2014/main" id="{1C2BF18A-B722-B5FE-1AC8-E44F0580435E}"/>
              </a:ext>
              <a:ext uri="{C183D7F6-B498-43B3-948B-1728B52AA6E4}">
                <adec:decorative xmlns:adec="http://schemas.microsoft.com/office/drawing/2017/decorative" val="1"/>
              </a:ext>
            </a:extLst>
          </p:cNvPr>
          <p:cNvSpPr/>
          <p:nvPr userDrawn="1"/>
        </p:nvSpPr>
        <p:spPr>
          <a:xfrm rot="10800000" flipH="1" flipV="1">
            <a:off x="11335170"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5" name="Rectangle 4">
            <a:extLst>
              <a:ext uri="{FF2B5EF4-FFF2-40B4-BE49-F238E27FC236}">
                <a16:creationId xmlns:a16="http://schemas.microsoft.com/office/drawing/2014/main" id="{70634779-527A-5D76-E4D2-BEEF319A9CD4}"/>
              </a:ext>
              <a:ext uri="{C183D7F6-B498-43B3-948B-1728B52AA6E4}">
                <adec:decorative xmlns:adec="http://schemas.microsoft.com/office/drawing/2017/decorative" val="1"/>
              </a:ext>
            </a:extLst>
          </p:cNvPr>
          <p:cNvSpPr/>
          <p:nvPr userDrawn="1"/>
        </p:nvSpPr>
        <p:spPr>
          <a:xfrm>
            <a:off x="777390" y="5471960"/>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Tree>
    <p:extLst>
      <p:ext uri="{BB962C8B-B14F-4D97-AF65-F5344CB8AC3E}">
        <p14:creationId xmlns:p14="http://schemas.microsoft.com/office/powerpoint/2010/main" val="724689279"/>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1_Title and 3-item Lis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2882667" y="692150"/>
            <a:ext cx="7450900" cy="1425100"/>
          </a:xfrm>
          <a:prstGeom prst="rect">
            <a:avLst/>
          </a:prstGeom>
        </p:spPr>
        <p:txBody>
          <a:bodyPr lIns="0" tIns="0" rIns="0" bIns="0">
            <a:normAutofit/>
          </a:bodyPr>
          <a:lstStyle>
            <a:lvl1pPr algn="l">
              <a:defRPr sz="3600">
                <a:solidFill>
                  <a:schemeClr val="accent1">
                    <a:lumMod val="75000"/>
                  </a:schemeClr>
                </a:solidFill>
              </a:defRPr>
            </a:lvl1pPr>
          </a:lstStyle>
          <a:p>
            <a:r>
              <a:rPr lang="en-US"/>
              <a:t>Click to edit Master title style</a:t>
            </a:r>
          </a:p>
        </p:txBody>
      </p:sp>
      <p:sp>
        <p:nvSpPr>
          <p:cNvPr id="16" name="Text Placeholder 2">
            <a:extLst>
              <a:ext uri="{FF2B5EF4-FFF2-40B4-BE49-F238E27FC236}">
                <a16:creationId xmlns:a16="http://schemas.microsoft.com/office/drawing/2014/main" id="{5776666E-7119-B52E-FB68-3B3762183BED}"/>
              </a:ext>
            </a:extLst>
          </p:cNvPr>
          <p:cNvSpPr>
            <a:spLocks noGrp="1"/>
          </p:cNvSpPr>
          <p:nvPr>
            <p:ph type="body" idx="1" hasCustomPrompt="1"/>
          </p:nvPr>
        </p:nvSpPr>
        <p:spPr>
          <a:xfrm>
            <a:off x="3160428" y="2247809"/>
            <a:ext cx="7173139" cy="613318"/>
          </a:xfrm>
        </p:spPr>
        <p:txBody>
          <a:bodyPr lIns="0" tIns="0" rIns="0" bIns="0" anchor="b">
            <a:normAutofit/>
          </a:bodyPr>
          <a:lstStyle>
            <a:lvl1pPr marL="0" indent="0">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Text Placeholder 10">
            <a:extLst>
              <a:ext uri="{FF2B5EF4-FFF2-40B4-BE49-F238E27FC236}">
                <a16:creationId xmlns:a16="http://schemas.microsoft.com/office/drawing/2014/main" id="{CA452D41-C9BA-952A-1233-7B2AFD8E16A0}"/>
              </a:ext>
            </a:extLst>
          </p:cNvPr>
          <p:cNvSpPr>
            <a:spLocks noGrp="1"/>
          </p:cNvSpPr>
          <p:nvPr>
            <p:ph type="body" sz="quarter" idx="13"/>
          </p:nvPr>
        </p:nvSpPr>
        <p:spPr>
          <a:xfrm>
            <a:off x="3160428" y="2932209"/>
            <a:ext cx="7173141" cy="520263"/>
          </a:xfrm>
        </p:spPr>
        <p:txBody>
          <a:bodyPr lIns="0" tIns="0" rIns="0" bIns="0">
            <a:normAutofit/>
          </a:bodyPr>
          <a:lstStyle>
            <a:lvl1pPr marL="0" indent="0">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19" name="Text Placeholder 2">
            <a:extLst>
              <a:ext uri="{FF2B5EF4-FFF2-40B4-BE49-F238E27FC236}">
                <a16:creationId xmlns:a16="http://schemas.microsoft.com/office/drawing/2014/main" id="{3BE004D1-5250-D529-63E8-D7A6A2F74909}"/>
              </a:ext>
            </a:extLst>
          </p:cNvPr>
          <p:cNvSpPr>
            <a:spLocks noGrp="1"/>
          </p:cNvSpPr>
          <p:nvPr>
            <p:ph type="body" idx="14" hasCustomPrompt="1"/>
          </p:nvPr>
        </p:nvSpPr>
        <p:spPr>
          <a:xfrm>
            <a:off x="3160428" y="3626741"/>
            <a:ext cx="7173139" cy="613318"/>
          </a:xfrm>
        </p:spPr>
        <p:txBody>
          <a:bodyPr lIns="0" tIns="0" rIns="0" bIns="0" anchor="b">
            <a:normAutofit/>
          </a:bodyPr>
          <a:lstStyle>
            <a:lvl1pPr marL="0" indent="0">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10">
            <a:extLst>
              <a:ext uri="{FF2B5EF4-FFF2-40B4-BE49-F238E27FC236}">
                <a16:creationId xmlns:a16="http://schemas.microsoft.com/office/drawing/2014/main" id="{086CD502-5D37-1384-6492-19F8B23360FF}"/>
              </a:ext>
            </a:extLst>
          </p:cNvPr>
          <p:cNvSpPr>
            <a:spLocks noGrp="1"/>
          </p:cNvSpPr>
          <p:nvPr>
            <p:ph type="body" sz="quarter" idx="15"/>
          </p:nvPr>
        </p:nvSpPr>
        <p:spPr>
          <a:xfrm>
            <a:off x="3160428" y="4311141"/>
            <a:ext cx="7173141" cy="520263"/>
          </a:xfrm>
        </p:spPr>
        <p:txBody>
          <a:bodyPr lIns="0" tIns="0" rIns="0" bIns="0">
            <a:normAutofit/>
          </a:bodyPr>
          <a:lstStyle>
            <a:lvl1pPr marL="0" indent="0">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25" name="Text Placeholder 2">
            <a:extLst>
              <a:ext uri="{FF2B5EF4-FFF2-40B4-BE49-F238E27FC236}">
                <a16:creationId xmlns:a16="http://schemas.microsoft.com/office/drawing/2014/main" id="{10316264-A121-B24F-98A5-242A5231F5F0}"/>
              </a:ext>
            </a:extLst>
          </p:cNvPr>
          <p:cNvSpPr>
            <a:spLocks noGrp="1"/>
          </p:cNvSpPr>
          <p:nvPr>
            <p:ph type="body" idx="16" hasCustomPrompt="1"/>
          </p:nvPr>
        </p:nvSpPr>
        <p:spPr>
          <a:xfrm>
            <a:off x="3160426" y="5007045"/>
            <a:ext cx="7173139" cy="613318"/>
          </a:xfrm>
        </p:spPr>
        <p:txBody>
          <a:bodyPr lIns="0" tIns="0" rIns="0" bIns="0" anchor="b">
            <a:normAutofit/>
          </a:bodyPr>
          <a:lstStyle>
            <a:lvl1pPr marL="0" indent="0">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Text Placeholder 10">
            <a:extLst>
              <a:ext uri="{FF2B5EF4-FFF2-40B4-BE49-F238E27FC236}">
                <a16:creationId xmlns:a16="http://schemas.microsoft.com/office/drawing/2014/main" id="{25B7BE60-7193-978E-6A88-D93FDB6BCF39}"/>
              </a:ext>
            </a:extLst>
          </p:cNvPr>
          <p:cNvSpPr>
            <a:spLocks noGrp="1"/>
          </p:cNvSpPr>
          <p:nvPr>
            <p:ph type="body" sz="quarter" idx="17"/>
          </p:nvPr>
        </p:nvSpPr>
        <p:spPr>
          <a:xfrm>
            <a:off x="3160426" y="5691445"/>
            <a:ext cx="7173141" cy="520263"/>
          </a:xfrm>
        </p:spPr>
        <p:txBody>
          <a:bodyPr lIns="0" tIns="0" rIns="0" bIns="0">
            <a:normAutofit/>
          </a:bodyPr>
          <a:lstStyle>
            <a:lvl1pPr marL="0" indent="0">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6" name="Date Placeholder 5">
            <a:extLst>
              <a:ext uri="{FF2B5EF4-FFF2-40B4-BE49-F238E27FC236}">
                <a16:creationId xmlns:a16="http://schemas.microsoft.com/office/drawing/2014/main" id="{82413880-8BA3-40F7-E4EB-B5736AD7E568}"/>
              </a:ext>
            </a:extLst>
          </p:cNvPr>
          <p:cNvSpPr>
            <a:spLocks noGrp="1"/>
          </p:cNvSpPr>
          <p:nvPr>
            <p:ph type="dt" sz="half" idx="10"/>
          </p:nvPr>
        </p:nvSpPr>
        <p:spPr/>
        <p:txBody>
          <a:bodyPr/>
          <a:lstStyle>
            <a:lvl1pPr>
              <a:defRPr>
                <a:solidFill>
                  <a:schemeClr val="tx1"/>
                </a:solidFill>
              </a:defRPr>
            </a:lvl1pPr>
          </a:lstStyle>
          <a:p>
            <a:r>
              <a:rPr lang="en-US" altLang="zh-CN"/>
              <a:t>03/12/2025</a:t>
            </a:r>
          </a:p>
        </p:txBody>
      </p:sp>
      <p:sp>
        <p:nvSpPr>
          <p:cNvPr id="9" name="Footer Placeholder 8">
            <a:extLst>
              <a:ext uri="{FF2B5EF4-FFF2-40B4-BE49-F238E27FC236}">
                <a16:creationId xmlns:a16="http://schemas.microsoft.com/office/drawing/2014/main" id="{80353A12-9C8A-289C-8282-2A997ECA0AA3}"/>
              </a:ext>
            </a:extLst>
          </p:cNvPr>
          <p:cNvSpPr>
            <a:spLocks noGrp="1"/>
          </p:cNvSpPr>
          <p:nvPr>
            <p:ph type="ftr" sz="quarter" idx="11"/>
          </p:nvPr>
        </p:nvSpPr>
        <p:spPr/>
        <p:txBody>
          <a:bodyPr/>
          <a:lstStyle>
            <a:lvl1pPr>
              <a:defRPr>
                <a:solidFill>
                  <a:schemeClr val="tx1"/>
                </a:solidFill>
              </a:defRPr>
            </a:lvl1pPr>
          </a:lstStyle>
          <a:p>
            <a:r>
              <a:rPr lang="en-US" altLang="zh-CN"/>
              <a:t>Sample Footer Text</a:t>
            </a:r>
          </a:p>
        </p:txBody>
      </p:sp>
      <p:sp>
        <p:nvSpPr>
          <p:cNvPr id="10" name="Slide Number Placeholder 9">
            <a:extLst>
              <a:ext uri="{FF2B5EF4-FFF2-40B4-BE49-F238E27FC236}">
                <a16:creationId xmlns:a16="http://schemas.microsoft.com/office/drawing/2014/main" id="{9B99161F-6303-389E-228B-53674B1953AB}"/>
              </a:ext>
            </a:extLst>
          </p:cNvPr>
          <p:cNvSpPr>
            <a:spLocks noGrp="1"/>
          </p:cNvSpPr>
          <p:nvPr>
            <p:ph type="sldNum" sz="half" idx="12"/>
          </p:nvPr>
        </p:nvSpPr>
        <p:spPr/>
        <p:txBody>
          <a:bodyPr/>
          <a:lstStyle>
            <a:lvl1pPr>
              <a:defRPr>
                <a:solidFill>
                  <a:schemeClr val="tx1"/>
                </a:solidFill>
              </a:defRPr>
            </a:lvl1pPr>
          </a:lstStyle>
          <a:p>
            <a:fld id="{53642C38-124F-4CC4-99D8-72838B5B5271}" type="slidenum">
              <a:rPr lang="en-US" altLang="zh-CN" smtClean="0"/>
              <a:pPr/>
              <a:t>‹#›</a:t>
            </a:fld>
            <a:endParaRPr lang="en-US" altLang="zh-CN"/>
          </a:p>
        </p:txBody>
      </p:sp>
      <p:sp>
        <p:nvSpPr>
          <p:cNvPr id="15" name="Rectangle 14">
            <a:extLst>
              <a:ext uri="{FF2B5EF4-FFF2-40B4-BE49-F238E27FC236}">
                <a16:creationId xmlns:a16="http://schemas.microsoft.com/office/drawing/2014/main" id="{D4AB9C2D-EF70-4793-0770-45AB789DEC05}"/>
              </a:ext>
              <a:ext uri="{C183D7F6-B498-43B3-948B-1728B52AA6E4}">
                <adec:decorative xmlns:adec="http://schemas.microsoft.com/office/drawing/2017/decorative" val="1"/>
              </a:ext>
            </a:extLst>
          </p:cNvPr>
          <p:cNvSpPr/>
          <p:nvPr userDrawn="1"/>
        </p:nvSpPr>
        <p:spPr>
          <a:xfrm>
            <a:off x="2882667" y="2623161"/>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18" name="Rectangle 17">
            <a:extLst>
              <a:ext uri="{FF2B5EF4-FFF2-40B4-BE49-F238E27FC236}">
                <a16:creationId xmlns:a16="http://schemas.microsoft.com/office/drawing/2014/main" id="{A3979DF8-EAB5-42E3-6949-8BF5D7FC7A7A}"/>
              </a:ext>
              <a:ext uri="{C183D7F6-B498-43B3-948B-1728B52AA6E4}">
                <adec:decorative xmlns:adec="http://schemas.microsoft.com/office/drawing/2017/decorative" val="1"/>
              </a:ext>
            </a:extLst>
          </p:cNvPr>
          <p:cNvSpPr/>
          <p:nvPr userDrawn="1"/>
        </p:nvSpPr>
        <p:spPr>
          <a:xfrm>
            <a:off x="2882667" y="4002093"/>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24" name="Rectangle 23">
            <a:extLst>
              <a:ext uri="{FF2B5EF4-FFF2-40B4-BE49-F238E27FC236}">
                <a16:creationId xmlns:a16="http://schemas.microsoft.com/office/drawing/2014/main" id="{21389006-92B2-44E1-05B9-63CEF7405ED5}"/>
              </a:ext>
              <a:ext uri="{C183D7F6-B498-43B3-948B-1728B52AA6E4}">
                <adec:decorative xmlns:adec="http://schemas.microsoft.com/office/drawing/2017/decorative" val="1"/>
              </a:ext>
            </a:extLst>
          </p:cNvPr>
          <p:cNvSpPr/>
          <p:nvPr userDrawn="1"/>
        </p:nvSpPr>
        <p:spPr>
          <a:xfrm>
            <a:off x="2882665" y="5382397"/>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33" name="Freeform 3">
            <a:extLst>
              <a:ext uri="{FF2B5EF4-FFF2-40B4-BE49-F238E27FC236}">
                <a16:creationId xmlns:a16="http://schemas.microsoft.com/office/drawing/2014/main" id="{A8073F2C-75C1-4EFD-ACEF-2412096F04C5}"/>
              </a:ext>
              <a:ext uri="{C183D7F6-B498-43B3-948B-1728B52AA6E4}">
                <adec:decorative xmlns:adec="http://schemas.microsoft.com/office/drawing/2017/decorative" val="1"/>
              </a:ext>
            </a:extLst>
          </p:cNvPr>
          <p:cNvSpPr/>
          <p:nvPr userDrawn="1"/>
        </p:nvSpPr>
        <p:spPr>
          <a:xfrm rot="5400000">
            <a:off x="-616018" y="616016"/>
            <a:ext cx="2512194" cy="1280161"/>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35" name="Freeform 3">
            <a:extLst>
              <a:ext uri="{FF2B5EF4-FFF2-40B4-BE49-F238E27FC236}">
                <a16:creationId xmlns:a16="http://schemas.microsoft.com/office/drawing/2014/main" id="{691DEB88-9026-FEE1-C106-50BC212B95A9}"/>
              </a:ext>
              <a:ext uri="{C183D7F6-B498-43B3-948B-1728B52AA6E4}">
                <adec:decorative xmlns:adec="http://schemas.microsoft.com/office/drawing/2017/decorative" val="1"/>
              </a:ext>
            </a:extLst>
          </p:cNvPr>
          <p:cNvSpPr/>
          <p:nvPr userDrawn="1"/>
        </p:nvSpPr>
        <p:spPr>
          <a:xfrm rot="10800000">
            <a:off x="-1" y="2512194"/>
            <a:ext cx="853043"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36" name="Freeform 16">
            <a:extLst>
              <a:ext uri="{FF2B5EF4-FFF2-40B4-BE49-F238E27FC236}">
                <a16:creationId xmlns:a16="http://schemas.microsoft.com/office/drawing/2014/main" id="{E3EA5E87-295F-6B28-01CC-520C2033F478}"/>
              </a:ext>
              <a:ext uri="{C183D7F6-B498-43B3-948B-1728B52AA6E4}">
                <adec:decorative xmlns:adec="http://schemas.microsoft.com/office/drawing/2017/decorative" val="1"/>
              </a:ext>
            </a:extLst>
          </p:cNvPr>
          <p:cNvSpPr/>
          <p:nvPr userDrawn="1"/>
        </p:nvSpPr>
        <p:spPr>
          <a:xfrm rot="10800000">
            <a:off x="852399" y="2938198"/>
            <a:ext cx="427763"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37" name="Freeform 16">
            <a:extLst>
              <a:ext uri="{FF2B5EF4-FFF2-40B4-BE49-F238E27FC236}">
                <a16:creationId xmlns:a16="http://schemas.microsoft.com/office/drawing/2014/main" id="{5B4F6E93-8D13-7176-E85D-E46C3846A0CC}"/>
              </a:ext>
              <a:ext uri="{C183D7F6-B498-43B3-948B-1728B52AA6E4}">
                <adec:decorative xmlns:adec="http://schemas.microsoft.com/office/drawing/2017/decorative" val="1"/>
              </a:ext>
            </a:extLst>
          </p:cNvPr>
          <p:cNvSpPr/>
          <p:nvPr userDrawn="1"/>
        </p:nvSpPr>
        <p:spPr>
          <a:xfrm rot="10800000">
            <a:off x="426520" y="3364202"/>
            <a:ext cx="427763"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75000"/>
            </a:schemeClr>
          </a:solidFill>
        </p:spPr>
        <p:txBody>
          <a:bodyPr/>
          <a:lstStyle/>
          <a:p>
            <a:endParaRPr lang="zh-CN" altLang="en-US" sz="800"/>
          </a:p>
        </p:txBody>
      </p:sp>
    </p:spTree>
    <p:extLst>
      <p:ext uri="{BB962C8B-B14F-4D97-AF65-F5344CB8AC3E}">
        <p14:creationId xmlns:p14="http://schemas.microsoft.com/office/powerpoint/2010/main" val="268135431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1_Title and 4-item Lists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975142" y="685800"/>
            <a:ext cx="8024925" cy="1383263"/>
          </a:xfrm>
          <a:prstGeom prst="rect">
            <a:avLst/>
          </a:prstGeom>
        </p:spPr>
        <p:txBody>
          <a:bodyPr lIns="0" tIns="0" rIns="0" bIns="0">
            <a:normAutofit/>
          </a:bodyPr>
          <a:lstStyle>
            <a:lvl1pPr algn="l">
              <a:defRPr sz="3600">
                <a:solidFill>
                  <a:schemeClr val="accent1">
                    <a:lumMod val="75000"/>
                  </a:schemeClr>
                </a:solidFill>
              </a:defRPr>
            </a:lvl1pPr>
          </a:lstStyle>
          <a:p>
            <a:r>
              <a:rPr lang="en-US"/>
              <a:t>Click to edit Master title style</a:t>
            </a:r>
          </a:p>
        </p:txBody>
      </p:sp>
      <p:sp>
        <p:nvSpPr>
          <p:cNvPr id="19" name="Text Placeholder 2">
            <a:extLst>
              <a:ext uri="{FF2B5EF4-FFF2-40B4-BE49-F238E27FC236}">
                <a16:creationId xmlns:a16="http://schemas.microsoft.com/office/drawing/2014/main" id="{6B1B3EBC-C7FD-69C9-A274-AE0B16E56847}"/>
              </a:ext>
            </a:extLst>
          </p:cNvPr>
          <p:cNvSpPr>
            <a:spLocks noGrp="1"/>
          </p:cNvSpPr>
          <p:nvPr>
            <p:ph type="body" idx="1" hasCustomPrompt="1"/>
          </p:nvPr>
        </p:nvSpPr>
        <p:spPr>
          <a:xfrm>
            <a:off x="1252901" y="2134478"/>
            <a:ext cx="4256019" cy="830527"/>
          </a:xfrm>
        </p:spPr>
        <p:txBody>
          <a:bodyPr lIns="0" tIns="0" rIns="0" bIns="0" anchor="b">
            <a:normAutofit/>
          </a:bodyPr>
          <a:lstStyle>
            <a:lvl1pPr marL="0" indent="0">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10">
            <a:extLst>
              <a:ext uri="{FF2B5EF4-FFF2-40B4-BE49-F238E27FC236}">
                <a16:creationId xmlns:a16="http://schemas.microsoft.com/office/drawing/2014/main" id="{2E5F29BF-A1AA-50E3-082A-4997EDAF0261}"/>
              </a:ext>
            </a:extLst>
          </p:cNvPr>
          <p:cNvSpPr>
            <a:spLocks noGrp="1"/>
          </p:cNvSpPr>
          <p:nvPr>
            <p:ph type="body" sz="quarter" idx="13"/>
          </p:nvPr>
        </p:nvSpPr>
        <p:spPr>
          <a:xfrm>
            <a:off x="1252901" y="3036087"/>
            <a:ext cx="4256020" cy="1090951"/>
          </a:xfrm>
        </p:spPr>
        <p:txBody>
          <a:bodyPr lIns="0" tIns="0" rIns="0" bIns="0">
            <a:normAutofit/>
          </a:bodyPr>
          <a:lstStyle>
            <a:lvl1pPr marL="0" indent="0">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30" name="Text Placeholder 2">
            <a:extLst>
              <a:ext uri="{FF2B5EF4-FFF2-40B4-BE49-F238E27FC236}">
                <a16:creationId xmlns:a16="http://schemas.microsoft.com/office/drawing/2014/main" id="{3F4D059E-B311-65A2-2D14-32C312C65A8D}"/>
              </a:ext>
            </a:extLst>
          </p:cNvPr>
          <p:cNvSpPr>
            <a:spLocks noGrp="1"/>
          </p:cNvSpPr>
          <p:nvPr>
            <p:ph type="body" idx="16" hasCustomPrompt="1"/>
          </p:nvPr>
        </p:nvSpPr>
        <p:spPr>
          <a:xfrm>
            <a:off x="6095999" y="2134478"/>
            <a:ext cx="4256019" cy="830527"/>
          </a:xfrm>
        </p:spPr>
        <p:txBody>
          <a:bodyPr lIns="0" tIns="0" rIns="0" bIns="0" anchor="b">
            <a:normAutofit/>
          </a:bodyPr>
          <a:lstStyle>
            <a:lvl1pPr marL="0" indent="0">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Text Placeholder 10">
            <a:extLst>
              <a:ext uri="{FF2B5EF4-FFF2-40B4-BE49-F238E27FC236}">
                <a16:creationId xmlns:a16="http://schemas.microsoft.com/office/drawing/2014/main" id="{208C1360-CA37-9A42-8D0D-FE5146D9A4CB}"/>
              </a:ext>
            </a:extLst>
          </p:cNvPr>
          <p:cNvSpPr>
            <a:spLocks noGrp="1"/>
          </p:cNvSpPr>
          <p:nvPr>
            <p:ph type="body" sz="quarter" idx="17"/>
          </p:nvPr>
        </p:nvSpPr>
        <p:spPr>
          <a:xfrm>
            <a:off x="6095999" y="3036087"/>
            <a:ext cx="4256020" cy="1090951"/>
          </a:xfrm>
        </p:spPr>
        <p:txBody>
          <a:bodyPr lIns="0" tIns="0" rIns="0" bIns="0">
            <a:normAutofit/>
          </a:bodyPr>
          <a:lstStyle>
            <a:lvl1pPr marL="0" indent="0">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22" name="Text Placeholder 2">
            <a:extLst>
              <a:ext uri="{FF2B5EF4-FFF2-40B4-BE49-F238E27FC236}">
                <a16:creationId xmlns:a16="http://schemas.microsoft.com/office/drawing/2014/main" id="{1CBF8A61-F268-DBEC-3A71-276133A03084}"/>
              </a:ext>
            </a:extLst>
          </p:cNvPr>
          <p:cNvSpPr>
            <a:spLocks noGrp="1"/>
          </p:cNvSpPr>
          <p:nvPr>
            <p:ph type="body" idx="14" hasCustomPrompt="1"/>
          </p:nvPr>
        </p:nvSpPr>
        <p:spPr>
          <a:xfrm>
            <a:off x="1252901" y="4217739"/>
            <a:ext cx="4256019" cy="830527"/>
          </a:xfrm>
        </p:spPr>
        <p:txBody>
          <a:bodyPr lIns="0" tIns="0" rIns="0" bIns="0" anchor="b">
            <a:normAutofit/>
          </a:bodyPr>
          <a:lstStyle>
            <a:lvl1pPr marL="0" indent="0">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Text Placeholder 10">
            <a:extLst>
              <a:ext uri="{FF2B5EF4-FFF2-40B4-BE49-F238E27FC236}">
                <a16:creationId xmlns:a16="http://schemas.microsoft.com/office/drawing/2014/main" id="{75628BB4-2617-B1EE-BE54-D48D73165317}"/>
              </a:ext>
            </a:extLst>
          </p:cNvPr>
          <p:cNvSpPr>
            <a:spLocks noGrp="1"/>
          </p:cNvSpPr>
          <p:nvPr>
            <p:ph type="body" sz="quarter" idx="15"/>
          </p:nvPr>
        </p:nvSpPr>
        <p:spPr>
          <a:xfrm>
            <a:off x="1252901" y="5119348"/>
            <a:ext cx="4256020" cy="1090951"/>
          </a:xfrm>
        </p:spPr>
        <p:txBody>
          <a:bodyPr lIns="0" tIns="0" rIns="0" bIns="0">
            <a:normAutofit/>
          </a:bodyPr>
          <a:lstStyle>
            <a:lvl1pPr marL="0" indent="0">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33" name="Text Placeholder 2">
            <a:extLst>
              <a:ext uri="{FF2B5EF4-FFF2-40B4-BE49-F238E27FC236}">
                <a16:creationId xmlns:a16="http://schemas.microsoft.com/office/drawing/2014/main" id="{3232C023-22C2-15B5-1EA8-FAFD166590ED}"/>
              </a:ext>
            </a:extLst>
          </p:cNvPr>
          <p:cNvSpPr>
            <a:spLocks noGrp="1"/>
          </p:cNvSpPr>
          <p:nvPr>
            <p:ph type="body" idx="18" hasCustomPrompt="1"/>
          </p:nvPr>
        </p:nvSpPr>
        <p:spPr>
          <a:xfrm>
            <a:off x="6095999" y="4217739"/>
            <a:ext cx="4256019" cy="830527"/>
          </a:xfrm>
        </p:spPr>
        <p:txBody>
          <a:bodyPr lIns="0" tIns="0" rIns="0" bIns="0" anchor="b">
            <a:normAutofit/>
          </a:bodyPr>
          <a:lstStyle>
            <a:lvl1pPr marL="0" indent="0">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4" name="Text Placeholder 10">
            <a:extLst>
              <a:ext uri="{FF2B5EF4-FFF2-40B4-BE49-F238E27FC236}">
                <a16:creationId xmlns:a16="http://schemas.microsoft.com/office/drawing/2014/main" id="{3199CD57-9C00-D521-A88E-4AF5244B9578}"/>
              </a:ext>
            </a:extLst>
          </p:cNvPr>
          <p:cNvSpPr>
            <a:spLocks noGrp="1"/>
          </p:cNvSpPr>
          <p:nvPr>
            <p:ph type="body" sz="quarter" idx="19"/>
          </p:nvPr>
        </p:nvSpPr>
        <p:spPr>
          <a:xfrm>
            <a:off x="6095999" y="5119348"/>
            <a:ext cx="4256020" cy="1090951"/>
          </a:xfrm>
        </p:spPr>
        <p:txBody>
          <a:bodyPr lIns="0" tIns="0" rIns="0" bIns="0">
            <a:normAutofit/>
          </a:bodyPr>
          <a:lstStyle>
            <a:lvl1pPr marL="0" indent="0">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6" name="Date Placeholder 5">
            <a:extLst>
              <a:ext uri="{FF2B5EF4-FFF2-40B4-BE49-F238E27FC236}">
                <a16:creationId xmlns:a16="http://schemas.microsoft.com/office/drawing/2014/main" id="{82413880-8BA3-40F7-E4EB-B5736AD7E568}"/>
              </a:ext>
            </a:extLst>
          </p:cNvPr>
          <p:cNvSpPr>
            <a:spLocks noGrp="1"/>
          </p:cNvSpPr>
          <p:nvPr>
            <p:ph type="dt" sz="half" idx="10"/>
          </p:nvPr>
        </p:nvSpPr>
        <p:spPr/>
        <p:txBody>
          <a:bodyPr/>
          <a:lstStyle>
            <a:lvl1pPr>
              <a:defRPr>
                <a:solidFill>
                  <a:schemeClr val="tx1"/>
                </a:solidFill>
              </a:defRPr>
            </a:lvl1pPr>
          </a:lstStyle>
          <a:p>
            <a:r>
              <a:rPr lang="en-US" altLang="zh-CN"/>
              <a:t>03/12/2025</a:t>
            </a:r>
          </a:p>
        </p:txBody>
      </p:sp>
      <p:sp>
        <p:nvSpPr>
          <p:cNvPr id="9" name="Footer Placeholder 8">
            <a:extLst>
              <a:ext uri="{FF2B5EF4-FFF2-40B4-BE49-F238E27FC236}">
                <a16:creationId xmlns:a16="http://schemas.microsoft.com/office/drawing/2014/main" id="{80353A12-9C8A-289C-8282-2A997ECA0AA3}"/>
              </a:ext>
            </a:extLst>
          </p:cNvPr>
          <p:cNvSpPr>
            <a:spLocks noGrp="1"/>
          </p:cNvSpPr>
          <p:nvPr>
            <p:ph type="ftr" sz="quarter" idx="11"/>
          </p:nvPr>
        </p:nvSpPr>
        <p:spPr/>
        <p:txBody>
          <a:bodyPr/>
          <a:lstStyle>
            <a:lvl1pPr>
              <a:defRPr>
                <a:solidFill>
                  <a:schemeClr val="tx1"/>
                </a:solidFill>
              </a:defRPr>
            </a:lvl1pPr>
          </a:lstStyle>
          <a:p>
            <a:r>
              <a:rPr lang="en-US" altLang="zh-CN"/>
              <a:t>Sample Footer Text</a:t>
            </a:r>
          </a:p>
        </p:txBody>
      </p:sp>
      <p:sp>
        <p:nvSpPr>
          <p:cNvPr id="10" name="Slide Number Placeholder 9">
            <a:extLst>
              <a:ext uri="{FF2B5EF4-FFF2-40B4-BE49-F238E27FC236}">
                <a16:creationId xmlns:a16="http://schemas.microsoft.com/office/drawing/2014/main" id="{9B99161F-6303-389E-228B-53674B1953AB}"/>
              </a:ext>
            </a:extLst>
          </p:cNvPr>
          <p:cNvSpPr>
            <a:spLocks noGrp="1"/>
          </p:cNvSpPr>
          <p:nvPr>
            <p:ph type="sldNum" sz="half" idx="12"/>
          </p:nvPr>
        </p:nvSpPr>
        <p:spPr/>
        <p:txBody>
          <a:bodyPr/>
          <a:lstStyle>
            <a:lvl1pPr>
              <a:defRPr>
                <a:solidFill>
                  <a:schemeClr val="tx1"/>
                </a:solidFill>
              </a:defRPr>
            </a:lvl1pPr>
          </a:lstStyle>
          <a:p>
            <a:fld id="{53642C38-124F-4CC4-99D8-72838B5B5271}" type="slidenum">
              <a:rPr lang="en-US" altLang="zh-CN" smtClean="0"/>
              <a:pPr/>
              <a:t>‹#›</a:t>
            </a:fld>
            <a:endParaRPr lang="en-US" altLang="zh-CN"/>
          </a:p>
        </p:txBody>
      </p:sp>
      <p:sp>
        <p:nvSpPr>
          <p:cNvPr id="18" name="Rectangle 17">
            <a:extLst>
              <a:ext uri="{FF2B5EF4-FFF2-40B4-BE49-F238E27FC236}">
                <a16:creationId xmlns:a16="http://schemas.microsoft.com/office/drawing/2014/main" id="{088F9830-6CB2-C6C4-A110-8AADF245A3C5}"/>
              </a:ext>
              <a:ext uri="{C183D7F6-B498-43B3-948B-1728B52AA6E4}">
                <adec:decorative xmlns:adec="http://schemas.microsoft.com/office/drawing/2017/decorative" val="1"/>
              </a:ext>
            </a:extLst>
          </p:cNvPr>
          <p:cNvSpPr/>
          <p:nvPr userDrawn="1"/>
        </p:nvSpPr>
        <p:spPr>
          <a:xfrm>
            <a:off x="975142" y="2727039"/>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21" name="Rectangle 20">
            <a:extLst>
              <a:ext uri="{FF2B5EF4-FFF2-40B4-BE49-F238E27FC236}">
                <a16:creationId xmlns:a16="http://schemas.microsoft.com/office/drawing/2014/main" id="{472ECF78-2347-7CD1-E87F-5E95BABAA0CE}"/>
              </a:ext>
              <a:ext uri="{C183D7F6-B498-43B3-948B-1728B52AA6E4}">
                <adec:decorative xmlns:adec="http://schemas.microsoft.com/office/drawing/2017/decorative" val="1"/>
              </a:ext>
            </a:extLst>
          </p:cNvPr>
          <p:cNvSpPr/>
          <p:nvPr userDrawn="1"/>
        </p:nvSpPr>
        <p:spPr>
          <a:xfrm>
            <a:off x="975140" y="4810300"/>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24" name="Rectangle 23">
            <a:extLst>
              <a:ext uri="{FF2B5EF4-FFF2-40B4-BE49-F238E27FC236}">
                <a16:creationId xmlns:a16="http://schemas.microsoft.com/office/drawing/2014/main" id="{5240AB3A-8BC7-EDD9-9DBE-DF506490DBAA}"/>
              </a:ext>
              <a:ext uri="{C183D7F6-B498-43B3-948B-1728B52AA6E4}">
                <adec:decorative xmlns:adec="http://schemas.microsoft.com/office/drawing/2017/decorative" val="1"/>
              </a:ext>
            </a:extLst>
          </p:cNvPr>
          <p:cNvSpPr/>
          <p:nvPr userDrawn="1"/>
        </p:nvSpPr>
        <p:spPr>
          <a:xfrm>
            <a:off x="5818240" y="2727039"/>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32" name="Rectangle 31">
            <a:extLst>
              <a:ext uri="{FF2B5EF4-FFF2-40B4-BE49-F238E27FC236}">
                <a16:creationId xmlns:a16="http://schemas.microsoft.com/office/drawing/2014/main" id="{C48EAA15-F279-CDE3-F64F-03F2A2A00071}"/>
              </a:ext>
              <a:ext uri="{C183D7F6-B498-43B3-948B-1728B52AA6E4}">
                <adec:decorative xmlns:adec="http://schemas.microsoft.com/office/drawing/2017/decorative" val="1"/>
              </a:ext>
            </a:extLst>
          </p:cNvPr>
          <p:cNvSpPr/>
          <p:nvPr userDrawn="1"/>
        </p:nvSpPr>
        <p:spPr>
          <a:xfrm>
            <a:off x="5818238" y="4810300"/>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25" name="Freeform 3">
            <a:extLst>
              <a:ext uri="{FF2B5EF4-FFF2-40B4-BE49-F238E27FC236}">
                <a16:creationId xmlns:a16="http://schemas.microsoft.com/office/drawing/2014/main" id="{CA1CBF79-B5C7-F284-50BB-C0969F47BC2C}"/>
              </a:ext>
              <a:ext uri="{C183D7F6-B498-43B3-948B-1728B52AA6E4}">
                <adec:decorative xmlns:adec="http://schemas.microsoft.com/office/drawing/2017/decorative" val="1"/>
              </a:ext>
            </a:extLst>
          </p:cNvPr>
          <p:cNvSpPr/>
          <p:nvPr userDrawn="1"/>
        </p:nvSpPr>
        <p:spPr>
          <a:xfrm rot="16200000" flipH="1">
            <a:off x="10295822" y="616016"/>
            <a:ext cx="2512194" cy="1280161"/>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6" name="Freeform 3">
            <a:extLst>
              <a:ext uri="{FF2B5EF4-FFF2-40B4-BE49-F238E27FC236}">
                <a16:creationId xmlns:a16="http://schemas.microsoft.com/office/drawing/2014/main" id="{FEF8202E-3787-8182-81F2-347166F6D285}"/>
              </a:ext>
              <a:ext uri="{C183D7F6-B498-43B3-948B-1728B52AA6E4}">
                <adec:decorative xmlns:adec="http://schemas.microsoft.com/office/drawing/2017/decorative" val="1"/>
              </a:ext>
            </a:extLst>
          </p:cNvPr>
          <p:cNvSpPr/>
          <p:nvPr userDrawn="1"/>
        </p:nvSpPr>
        <p:spPr>
          <a:xfrm rot="10800000" flipH="1">
            <a:off x="11338956" y="2512194"/>
            <a:ext cx="853043"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7" name="Freeform 16">
            <a:extLst>
              <a:ext uri="{FF2B5EF4-FFF2-40B4-BE49-F238E27FC236}">
                <a16:creationId xmlns:a16="http://schemas.microsoft.com/office/drawing/2014/main" id="{83504BD9-659D-44DF-0F6B-2F024CBEC422}"/>
              </a:ext>
              <a:ext uri="{C183D7F6-B498-43B3-948B-1728B52AA6E4}">
                <adec:decorative xmlns:adec="http://schemas.microsoft.com/office/drawing/2017/decorative" val="1"/>
              </a:ext>
            </a:extLst>
          </p:cNvPr>
          <p:cNvSpPr/>
          <p:nvPr userDrawn="1"/>
        </p:nvSpPr>
        <p:spPr>
          <a:xfrm rot="10800000" flipH="1">
            <a:off x="10911836" y="2938198"/>
            <a:ext cx="427763"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28" name="Freeform 16">
            <a:extLst>
              <a:ext uri="{FF2B5EF4-FFF2-40B4-BE49-F238E27FC236}">
                <a16:creationId xmlns:a16="http://schemas.microsoft.com/office/drawing/2014/main" id="{C3024DBD-1AD0-300F-64F2-0ADCB8FBF1C2}"/>
              </a:ext>
              <a:ext uri="{C183D7F6-B498-43B3-948B-1728B52AA6E4}">
                <adec:decorative xmlns:adec="http://schemas.microsoft.com/office/drawing/2017/decorative" val="1"/>
              </a:ext>
            </a:extLst>
          </p:cNvPr>
          <p:cNvSpPr/>
          <p:nvPr userDrawn="1"/>
        </p:nvSpPr>
        <p:spPr>
          <a:xfrm rot="10800000" flipH="1">
            <a:off x="11337715" y="3364202"/>
            <a:ext cx="427763"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75000"/>
            </a:schemeClr>
          </a:solidFill>
        </p:spPr>
        <p:txBody>
          <a:bodyPr/>
          <a:lstStyle/>
          <a:p>
            <a:endParaRPr lang="zh-CN" altLang="en-US" sz="800"/>
          </a:p>
        </p:txBody>
      </p:sp>
    </p:spTree>
    <p:extLst>
      <p:ext uri="{BB962C8B-B14F-4D97-AF65-F5344CB8AC3E}">
        <p14:creationId xmlns:p14="http://schemas.microsoft.com/office/powerpoint/2010/main" val="2536625542"/>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1_Title and 4-item Lists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564171"/>
            <a:ext cx="10504000" cy="1230762"/>
          </a:xfrm>
          <a:prstGeom prst="rect">
            <a:avLst/>
          </a:prstGeom>
        </p:spPr>
        <p:txBody>
          <a:bodyPr lIns="0" tIns="0" rIns="0" bIns="0">
            <a:normAutofit/>
          </a:bodyPr>
          <a:lstStyle>
            <a:lvl1pPr algn="ctr">
              <a:defRPr sz="3600">
                <a:solidFill>
                  <a:schemeClr val="accent1">
                    <a:lumMod val="75000"/>
                  </a:schemeClr>
                </a:solidFill>
              </a:defRPr>
            </a:lvl1pPr>
          </a:lstStyle>
          <a:p>
            <a:r>
              <a:rPr lang="en-US"/>
              <a:t>Click to edit Master title style</a:t>
            </a:r>
          </a:p>
        </p:txBody>
      </p:sp>
      <p:sp>
        <p:nvSpPr>
          <p:cNvPr id="18" name="Text Placeholder 2">
            <a:extLst>
              <a:ext uri="{FF2B5EF4-FFF2-40B4-BE49-F238E27FC236}">
                <a16:creationId xmlns:a16="http://schemas.microsoft.com/office/drawing/2014/main" id="{A7373297-846C-B4F3-2B4F-7AB97FC873FB}"/>
              </a:ext>
            </a:extLst>
          </p:cNvPr>
          <p:cNvSpPr>
            <a:spLocks noGrp="1"/>
          </p:cNvSpPr>
          <p:nvPr>
            <p:ph type="body" idx="1" hasCustomPrompt="1"/>
          </p:nvPr>
        </p:nvSpPr>
        <p:spPr>
          <a:xfrm>
            <a:off x="1242963" y="2134478"/>
            <a:ext cx="4256019" cy="830527"/>
          </a:xfrm>
        </p:spPr>
        <p:txBody>
          <a:bodyPr lIns="0" tIns="0" rIns="0" bIns="0" anchor="b">
            <a:normAutofit/>
          </a:bodyPr>
          <a:lstStyle>
            <a:lvl1pPr marL="0" indent="0">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10">
            <a:extLst>
              <a:ext uri="{FF2B5EF4-FFF2-40B4-BE49-F238E27FC236}">
                <a16:creationId xmlns:a16="http://schemas.microsoft.com/office/drawing/2014/main" id="{4F525C49-1EC6-C953-952A-9C0B673F9254}"/>
              </a:ext>
            </a:extLst>
          </p:cNvPr>
          <p:cNvSpPr>
            <a:spLocks noGrp="1"/>
          </p:cNvSpPr>
          <p:nvPr>
            <p:ph type="body" sz="quarter" idx="13"/>
          </p:nvPr>
        </p:nvSpPr>
        <p:spPr>
          <a:xfrm>
            <a:off x="1242963" y="3036087"/>
            <a:ext cx="4256020" cy="1090951"/>
          </a:xfrm>
        </p:spPr>
        <p:txBody>
          <a:bodyPr lIns="0" tIns="0" rIns="0" bIns="0">
            <a:normAutofit/>
          </a:bodyPr>
          <a:lstStyle>
            <a:lvl1pPr marL="0" indent="0">
              <a:lnSpc>
                <a:spcPct val="120000"/>
              </a:lnSpc>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30" name="Text Placeholder 2">
            <a:extLst>
              <a:ext uri="{FF2B5EF4-FFF2-40B4-BE49-F238E27FC236}">
                <a16:creationId xmlns:a16="http://schemas.microsoft.com/office/drawing/2014/main" id="{24D0FE35-68B7-F8D6-CFD1-FA9AE7517FC4}"/>
              </a:ext>
            </a:extLst>
          </p:cNvPr>
          <p:cNvSpPr>
            <a:spLocks noGrp="1"/>
          </p:cNvSpPr>
          <p:nvPr>
            <p:ph type="body" idx="14" hasCustomPrompt="1"/>
          </p:nvPr>
        </p:nvSpPr>
        <p:spPr>
          <a:xfrm>
            <a:off x="6814263" y="2151448"/>
            <a:ext cx="4256019" cy="830527"/>
          </a:xfrm>
        </p:spPr>
        <p:txBody>
          <a:bodyPr lIns="0" tIns="0" rIns="0" bIns="0" anchor="b">
            <a:normAutofit/>
          </a:bodyPr>
          <a:lstStyle>
            <a:lvl1pPr marL="0" indent="0">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Text Placeholder 10">
            <a:extLst>
              <a:ext uri="{FF2B5EF4-FFF2-40B4-BE49-F238E27FC236}">
                <a16:creationId xmlns:a16="http://schemas.microsoft.com/office/drawing/2014/main" id="{F2752734-4009-4317-3AF6-6A2D2B0A0F76}"/>
              </a:ext>
            </a:extLst>
          </p:cNvPr>
          <p:cNvSpPr>
            <a:spLocks noGrp="1"/>
          </p:cNvSpPr>
          <p:nvPr>
            <p:ph type="body" sz="quarter" idx="15"/>
          </p:nvPr>
        </p:nvSpPr>
        <p:spPr>
          <a:xfrm>
            <a:off x="6814263" y="3053057"/>
            <a:ext cx="4256020" cy="1090951"/>
          </a:xfrm>
        </p:spPr>
        <p:txBody>
          <a:bodyPr lIns="0" tIns="0" rIns="0" bIns="0">
            <a:normAutofit/>
          </a:bodyPr>
          <a:lstStyle>
            <a:lvl1pPr marL="0" indent="0">
              <a:lnSpc>
                <a:spcPct val="120000"/>
              </a:lnSpc>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32" name="Text Placeholder 2">
            <a:extLst>
              <a:ext uri="{FF2B5EF4-FFF2-40B4-BE49-F238E27FC236}">
                <a16:creationId xmlns:a16="http://schemas.microsoft.com/office/drawing/2014/main" id="{90EE8E11-D9DD-B95E-ECD4-34947EE437F6}"/>
              </a:ext>
            </a:extLst>
          </p:cNvPr>
          <p:cNvSpPr>
            <a:spLocks noGrp="1"/>
          </p:cNvSpPr>
          <p:nvPr>
            <p:ph type="body" idx="16" hasCustomPrompt="1"/>
          </p:nvPr>
        </p:nvSpPr>
        <p:spPr>
          <a:xfrm>
            <a:off x="1242963" y="4244427"/>
            <a:ext cx="4256019" cy="830527"/>
          </a:xfrm>
        </p:spPr>
        <p:txBody>
          <a:bodyPr lIns="0" tIns="0" rIns="0" bIns="0" anchor="b">
            <a:normAutofit/>
          </a:bodyPr>
          <a:lstStyle>
            <a:lvl1pPr marL="0" indent="0">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3" name="Text Placeholder 10">
            <a:extLst>
              <a:ext uri="{FF2B5EF4-FFF2-40B4-BE49-F238E27FC236}">
                <a16:creationId xmlns:a16="http://schemas.microsoft.com/office/drawing/2014/main" id="{96DD13A8-A9ED-518F-C15C-F89B3B857A8F}"/>
              </a:ext>
            </a:extLst>
          </p:cNvPr>
          <p:cNvSpPr>
            <a:spLocks noGrp="1"/>
          </p:cNvSpPr>
          <p:nvPr>
            <p:ph type="body" sz="quarter" idx="17"/>
          </p:nvPr>
        </p:nvSpPr>
        <p:spPr>
          <a:xfrm>
            <a:off x="1242963" y="5121047"/>
            <a:ext cx="4256020" cy="1090951"/>
          </a:xfrm>
        </p:spPr>
        <p:txBody>
          <a:bodyPr lIns="0" tIns="0" rIns="0" bIns="0">
            <a:normAutofit/>
          </a:bodyPr>
          <a:lstStyle>
            <a:lvl1pPr marL="0" indent="0">
              <a:lnSpc>
                <a:spcPct val="120000"/>
              </a:lnSpc>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34" name="Text Placeholder 2">
            <a:extLst>
              <a:ext uri="{FF2B5EF4-FFF2-40B4-BE49-F238E27FC236}">
                <a16:creationId xmlns:a16="http://schemas.microsoft.com/office/drawing/2014/main" id="{2ACCAAF8-2578-CDD3-CBDF-950709767701}"/>
              </a:ext>
            </a:extLst>
          </p:cNvPr>
          <p:cNvSpPr>
            <a:spLocks noGrp="1"/>
          </p:cNvSpPr>
          <p:nvPr>
            <p:ph type="body" idx="18" hasCustomPrompt="1"/>
          </p:nvPr>
        </p:nvSpPr>
        <p:spPr>
          <a:xfrm>
            <a:off x="6814263" y="4244427"/>
            <a:ext cx="4256019" cy="830527"/>
          </a:xfrm>
        </p:spPr>
        <p:txBody>
          <a:bodyPr lIns="0" tIns="0" rIns="0" bIns="0" anchor="b">
            <a:normAutofit/>
          </a:bodyPr>
          <a:lstStyle>
            <a:lvl1pPr marL="0" indent="0">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5" name="Text Placeholder 10">
            <a:extLst>
              <a:ext uri="{FF2B5EF4-FFF2-40B4-BE49-F238E27FC236}">
                <a16:creationId xmlns:a16="http://schemas.microsoft.com/office/drawing/2014/main" id="{AE07E49F-49EA-D6C8-1A6C-BCB77F0FEA8C}"/>
              </a:ext>
            </a:extLst>
          </p:cNvPr>
          <p:cNvSpPr>
            <a:spLocks noGrp="1"/>
          </p:cNvSpPr>
          <p:nvPr>
            <p:ph type="body" sz="quarter" idx="19"/>
          </p:nvPr>
        </p:nvSpPr>
        <p:spPr>
          <a:xfrm>
            <a:off x="6814263" y="5121047"/>
            <a:ext cx="4256020" cy="1090951"/>
          </a:xfrm>
        </p:spPr>
        <p:txBody>
          <a:bodyPr lIns="0" tIns="0" rIns="0" bIns="0">
            <a:normAutofit/>
          </a:bodyPr>
          <a:lstStyle>
            <a:lvl1pPr marL="0" indent="0">
              <a:lnSpc>
                <a:spcPct val="120000"/>
              </a:lnSpc>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6" name="Date Placeholder 5">
            <a:extLst>
              <a:ext uri="{FF2B5EF4-FFF2-40B4-BE49-F238E27FC236}">
                <a16:creationId xmlns:a16="http://schemas.microsoft.com/office/drawing/2014/main" id="{82413880-8BA3-40F7-E4EB-B5736AD7E568}"/>
              </a:ext>
            </a:extLst>
          </p:cNvPr>
          <p:cNvSpPr>
            <a:spLocks noGrp="1"/>
          </p:cNvSpPr>
          <p:nvPr>
            <p:ph type="dt" sz="half" idx="10"/>
          </p:nvPr>
        </p:nvSpPr>
        <p:spPr/>
        <p:txBody>
          <a:bodyPr/>
          <a:lstStyle>
            <a:lvl1pPr>
              <a:defRPr>
                <a:solidFill>
                  <a:schemeClr val="tx1"/>
                </a:solidFill>
              </a:defRPr>
            </a:lvl1pPr>
          </a:lstStyle>
          <a:p>
            <a:r>
              <a:rPr lang="en-US" altLang="zh-CN"/>
              <a:t>03/12/2025</a:t>
            </a:r>
          </a:p>
        </p:txBody>
      </p:sp>
      <p:sp>
        <p:nvSpPr>
          <p:cNvPr id="9" name="Footer Placeholder 8">
            <a:extLst>
              <a:ext uri="{FF2B5EF4-FFF2-40B4-BE49-F238E27FC236}">
                <a16:creationId xmlns:a16="http://schemas.microsoft.com/office/drawing/2014/main" id="{80353A12-9C8A-289C-8282-2A997ECA0AA3}"/>
              </a:ext>
            </a:extLst>
          </p:cNvPr>
          <p:cNvSpPr>
            <a:spLocks noGrp="1"/>
          </p:cNvSpPr>
          <p:nvPr>
            <p:ph type="ftr" sz="quarter" idx="11"/>
          </p:nvPr>
        </p:nvSpPr>
        <p:spPr/>
        <p:txBody>
          <a:bodyPr/>
          <a:lstStyle>
            <a:lvl1pPr>
              <a:defRPr>
                <a:solidFill>
                  <a:schemeClr val="tx1"/>
                </a:solidFill>
              </a:defRPr>
            </a:lvl1pPr>
          </a:lstStyle>
          <a:p>
            <a:r>
              <a:rPr lang="en-US" altLang="zh-CN"/>
              <a:t>Sample Footer Text</a:t>
            </a:r>
          </a:p>
        </p:txBody>
      </p:sp>
      <p:sp>
        <p:nvSpPr>
          <p:cNvPr id="10" name="Slide Number Placeholder 9">
            <a:extLst>
              <a:ext uri="{FF2B5EF4-FFF2-40B4-BE49-F238E27FC236}">
                <a16:creationId xmlns:a16="http://schemas.microsoft.com/office/drawing/2014/main" id="{9B99161F-6303-389E-228B-53674B1953AB}"/>
              </a:ext>
            </a:extLst>
          </p:cNvPr>
          <p:cNvSpPr>
            <a:spLocks noGrp="1"/>
          </p:cNvSpPr>
          <p:nvPr>
            <p:ph type="sldNum" sz="half" idx="12"/>
          </p:nvPr>
        </p:nvSpPr>
        <p:spPr/>
        <p:txBody>
          <a:bodyPr/>
          <a:lstStyle/>
          <a:p>
            <a:fld id="{53642C38-124F-4CC4-99D8-72838B5B5271}" type="slidenum">
              <a:rPr lang="en-US" altLang="zh-CN" smtClean="0"/>
              <a:pPr/>
              <a:t>‹#›</a:t>
            </a:fld>
            <a:endParaRPr lang="en-US" altLang="zh-CN"/>
          </a:p>
        </p:txBody>
      </p:sp>
      <p:sp>
        <p:nvSpPr>
          <p:cNvPr id="14" name="Rectangle 13">
            <a:extLst>
              <a:ext uri="{FF2B5EF4-FFF2-40B4-BE49-F238E27FC236}">
                <a16:creationId xmlns:a16="http://schemas.microsoft.com/office/drawing/2014/main" id="{426C3116-5FC4-6D3C-9771-11C3CF2639D3}"/>
              </a:ext>
              <a:ext uri="{C183D7F6-B498-43B3-948B-1728B52AA6E4}">
                <adec:decorative xmlns:adec="http://schemas.microsoft.com/office/drawing/2017/decorative" val="1"/>
              </a:ext>
            </a:extLst>
          </p:cNvPr>
          <p:cNvSpPr/>
          <p:nvPr userDrawn="1"/>
        </p:nvSpPr>
        <p:spPr>
          <a:xfrm>
            <a:off x="975142" y="2727039"/>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15" name="Rectangle 14">
            <a:extLst>
              <a:ext uri="{FF2B5EF4-FFF2-40B4-BE49-F238E27FC236}">
                <a16:creationId xmlns:a16="http://schemas.microsoft.com/office/drawing/2014/main" id="{DAE2B9F7-9DDE-CBEC-A4E9-73708DD5A5AE}"/>
              </a:ext>
              <a:ext uri="{C183D7F6-B498-43B3-948B-1728B52AA6E4}">
                <adec:decorative xmlns:adec="http://schemas.microsoft.com/office/drawing/2017/decorative" val="1"/>
              </a:ext>
            </a:extLst>
          </p:cNvPr>
          <p:cNvSpPr/>
          <p:nvPr userDrawn="1"/>
        </p:nvSpPr>
        <p:spPr>
          <a:xfrm>
            <a:off x="975142" y="4833758"/>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17" name="Rectangle 16">
            <a:extLst>
              <a:ext uri="{FF2B5EF4-FFF2-40B4-BE49-F238E27FC236}">
                <a16:creationId xmlns:a16="http://schemas.microsoft.com/office/drawing/2014/main" id="{A182B66F-2669-735B-E964-201CA9FBA030}"/>
              </a:ext>
              <a:ext uri="{C183D7F6-B498-43B3-948B-1728B52AA6E4}">
                <adec:decorative xmlns:adec="http://schemas.microsoft.com/office/drawing/2017/decorative" val="1"/>
              </a:ext>
            </a:extLst>
          </p:cNvPr>
          <p:cNvSpPr/>
          <p:nvPr userDrawn="1"/>
        </p:nvSpPr>
        <p:spPr>
          <a:xfrm>
            <a:off x="6536502" y="4833758"/>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29" name="Rectangle 28">
            <a:extLst>
              <a:ext uri="{FF2B5EF4-FFF2-40B4-BE49-F238E27FC236}">
                <a16:creationId xmlns:a16="http://schemas.microsoft.com/office/drawing/2014/main" id="{9E16373B-443E-532C-AC6E-284D76B5207B}"/>
              </a:ext>
              <a:ext uri="{C183D7F6-B498-43B3-948B-1728B52AA6E4}">
                <adec:decorative xmlns:adec="http://schemas.microsoft.com/office/drawing/2017/decorative" val="1"/>
              </a:ext>
            </a:extLst>
          </p:cNvPr>
          <p:cNvSpPr/>
          <p:nvPr userDrawn="1"/>
        </p:nvSpPr>
        <p:spPr>
          <a:xfrm>
            <a:off x="6536502" y="2727039"/>
            <a:ext cx="152400" cy="1524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endParaRPr lang="en-US"/>
          </a:p>
        </p:txBody>
      </p:sp>
      <p:sp>
        <p:nvSpPr>
          <p:cNvPr id="21" name="Freeform 3">
            <a:extLst>
              <a:ext uri="{FF2B5EF4-FFF2-40B4-BE49-F238E27FC236}">
                <a16:creationId xmlns:a16="http://schemas.microsoft.com/office/drawing/2014/main" id="{8549BBA4-6413-3A72-0C74-141F22DBC083}"/>
              </a:ext>
              <a:ext uri="{C183D7F6-B498-43B3-948B-1728B52AA6E4}">
                <adec:decorative xmlns:adec="http://schemas.microsoft.com/office/drawing/2017/decorative" val="1"/>
              </a:ext>
            </a:extLst>
          </p:cNvPr>
          <p:cNvSpPr/>
          <p:nvPr userDrawn="1"/>
        </p:nvSpPr>
        <p:spPr>
          <a:xfrm rot="10800000" flipH="1" flipV="1">
            <a:off x="11762287"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2" name="Freeform 16">
            <a:extLst>
              <a:ext uri="{FF2B5EF4-FFF2-40B4-BE49-F238E27FC236}">
                <a16:creationId xmlns:a16="http://schemas.microsoft.com/office/drawing/2014/main" id="{02CCE8CB-4E12-C7A1-4E32-F87520F70D6C}"/>
              </a:ext>
              <a:ext uri="{C183D7F6-B498-43B3-948B-1728B52AA6E4}">
                <adec:decorative xmlns:adec="http://schemas.microsoft.com/office/drawing/2017/decorative" val="1"/>
              </a:ext>
            </a:extLst>
          </p:cNvPr>
          <p:cNvSpPr/>
          <p:nvPr userDrawn="1"/>
        </p:nvSpPr>
        <p:spPr>
          <a:xfrm rot="10800000" flipH="1" flipV="1">
            <a:off x="11335168"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26" name="Freeform 3">
            <a:extLst>
              <a:ext uri="{FF2B5EF4-FFF2-40B4-BE49-F238E27FC236}">
                <a16:creationId xmlns:a16="http://schemas.microsoft.com/office/drawing/2014/main" id="{9A92CC1E-5AE9-0373-F587-CECEA0BE6A30}"/>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7" name="Freeform 16">
            <a:extLst>
              <a:ext uri="{FF2B5EF4-FFF2-40B4-BE49-F238E27FC236}">
                <a16:creationId xmlns:a16="http://schemas.microsoft.com/office/drawing/2014/main" id="{BD1FD142-EE87-E880-16AF-7C0BAA5A1391}"/>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8350231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Title and 4-item Lists 5">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CED6CC9D-1E5C-D330-5CD9-485C58B3DA68}"/>
              </a:ext>
              <a:ext uri="{C183D7F6-B498-43B3-948B-1728B52AA6E4}">
                <adec:decorative xmlns:adec="http://schemas.microsoft.com/office/drawing/2017/decorative" val="1"/>
              </a:ext>
            </a:extLst>
          </p:cNvPr>
          <p:cNvSpPr/>
          <p:nvPr userDrawn="1"/>
        </p:nvSpPr>
        <p:spPr>
          <a:xfrm>
            <a:off x="5241175" y="3004398"/>
            <a:ext cx="784800" cy="784800"/>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72000" rIns="0" bIns="0" rtlCol="0" anchor="ctr"/>
          <a:lstStyle/>
          <a:p>
            <a:pPr algn="ctr"/>
            <a:endParaRPr lang="en-US">
              <a:latin typeface="+mj-lt"/>
            </a:endParaRPr>
          </a:p>
        </p:txBody>
      </p:sp>
      <p:sp>
        <p:nvSpPr>
          <p:cNvPr id="23" name="Rectangle 22">
            <a:extLst>
              <a:ext uri="{FF2B5EF4-FFF2-40B4-BE49-F238E27FC236}">
                <a16:creationId xmlns:a16="http://schemas.microsoft.com/office/drawing/2014/main" id="{9474759C-61C1-FED5-2A8C-C5D3CD76478F}"/>
              </a:ext>
              <a:ext uri="{C183D7F6-B498-43B3-948B-1728B52AA6E4}">
                <adec:decorative xmlns:adec="http://schemas.microsoft.com/office/drawing/2017/decorative" val="1"/>
              </a:ext>
            </a:extLst>
          </p:cNvPr>
          <p:cNvSpPr/>
          <p:nvPr userDrawn="1"/>
        </p:nvSpPr>
        <p:spPr>
          <a:xfrm>
            <a:off x="6207671" y="3002349"/>
            <a:ext cx="784800" cy="7848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72000" rIns="0" bIns="0" rtlCol="0" anchor="ctr"/>
          <a:lstStyle/>
          <a:p>
            <a:pPr algn="ctr"/>
            <a:endParaRPr lang="en-US">
              <a:latin typeface="+mj-lt"/>
            </a:endParaRPr>
          </a:p>
        </p:txBody>
      </p:sp>
      <p:sp>
        <p:nvSpPr>
          <p:cNvPr id="24" name="Rectangle 23">
            <a:extLst>
              <a:ext uri="{FF2B5EF4-FFF2-40B4-BE49-F238E27FC236}">
                <a16:creationId xmlns:a16="http://schemas.microsoft.com/office/drawing/2014/main" id="{974431B5-DD99-71D2-6D14-EBE9A5B4E190}"/>
              </a:ext>
              <a:ext uri="{C183D7F6-B498-43B3-948B-1728B52AA6E4}">
                <adec:decorative xmlns:adec="http://schemas.microsoft.com/office/drawing/2017/decorative" val="1"/>
              </a:ext>
            </a:extLst>
          </p:cNvPr>
          <p:cNvSpPr/>
          <p:nvPr userDrawn="1"/>
        </p:nvSpPr>
        <p:spPr>
          <a:xfrm>
            <a:off x="5244263" y="3950290"/>
            <a:ext cx="784800" cy="784800"/>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72000" rIns="0" bIns="0" rtlCol="0" anchor="ctr"/>
          <a:lstStyle/>
          <a:p>
            <a:pPr algn="ctr"/>
            <a:endParaRPr lang="en-US">
              <a:latin typeface="+mj-lt"/>
            </a:endParaRPr>
          </a:p>
        </p:txBody>
      </p:sp>
      <p:sp>
        <p:nvSpPr>
          <p:cNvPr id="28" name="Rectangle 27">
            <a:extLst>
              <a:ext uri="{FF2B5EF4-FFF2-40B4-BE49-F238E27FC236}">
                <a16:creationId xmlns:a16="http://schemas.microsoft.com/office/drawing/2014/main" id="{384C6EF5-D5F7-A6AA-6C1D-F9BF9E689563}"/>
              </a:ext>
              <a:ext uri="{C183D7F6-B498-43B3-948B-1728B52AA6E4}">
                <adec:decorative xmlns:adec="http://schemas.microsoft.com/office/drawing/2017/decorative" val="1"/>
              </a:ext>
            </a:extLst>
          </p:cNvPr>
          <p:cNvSpPr/>
          <p:nvPr userDrawn="1"/>
        </p:nvSpPr>
        <p:spPr>
          <a:xfrm>
            <a:off x="6205472" y="3950290"/>
            <a:ext cx="784800" cy="784800"/>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72000" rIns="0" bIns="0" rtlCol="0" anchor="ctr"/>
          <a:lstStyle/>
          <a:p>
            <a:pPr algn="ctr"/>
            <a:endParaRPr lang="en-US">
              <a:latin typeface="+mj-lt"/>
            </a:endParaRPr>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564171"/>
            <a:ext cx="10504000" cy="1230762"/>
          </a:xfrm>
          <a:prstGeom prst="rect">
            <a:avLst/>
          </a:prstGeom>
        </p:spPr>
        <p:txBody>
          <a:bodyPr lIns="0" tIns="0" rIns="0" bIns="0">
            <a:normAutofit/>
          </a:bodyPr>
          <a:lstStyle>
            <a:lvl1pPr algn="ctr">
              <a:defRPr sz="3600">
                <a:solidFill>
                  <a:schemeClr val="accent1">
                    <a:lumMod val="75000"/>
                  </a:schemeClr>
                </a:solidFill>
              </a:defRPr>
            </a:lvl1pPr>
          </a:lstStyle>
          <a:p>
            <a:r>
              <a:rPr lang="en-US"/>
              <a:t>Click to edit Master title style</a:t>
            </a:r>
          </a:p>
        </p:txBody>
      </p:sp>
      <p:sp>
        <p:nvSpPr>
          <p:cNvPr id="4" name="Text Placeholder 3">
            <a:extLst>
              <a:ext uri="{FF2B5EF4-FFF2-40B4-BE49-F238E27FC236}">
                <a16:creationId xmlns:a16="http://schemas.microsoft.com/office/drawing/2014/main" id="{C2116035-603A-F70F-118F-FC83CACBFEB8}"/>
              </a:ext>
            </a:extLst>
          </p:cNvPr>
          <p:cNvSpPr>
            <a:spLocks noGrp="1"/>
          </p:cNvSpPr>
          <p:nvPr>
            <p:ph type="body" sz="quarter" idx="20" hasCustomPrompt="1"/>
          </p:nvPr>
        </p:nvSpPr>
        <p:spPr>
          <a:xfrm>
            <a:off x="5261307" y="3016592"/>
            <a:ext cx="744537" cy="760412"/>
          </a:xfrm>
        </p:spPr>
        <p:txBody>
          <a:bodyPr anchor="ctr">
            <a:noAutofit/>
          </a:bodyPr>
          <a:lstStyle>
            <a:lvl1pPr marL="0" indent="0" algn="ctr">
              <a:buNone/>
              <a:defRPr sz="1800">
                <a:solidFill>
                  <a:schemeClr val="bg1"/>
                </a:solidFill>
                <a:latin typeface="+mj-lt"/>
              </a:defRPr>
            </a:lvl1pPr>
            <a:lvl2pPr>
              <a:defRPr sz="1400"/>
            </a:lvl2pPr>
            <a:lvl3pPr>
              <a:defRPr sz="1400"/>
            </a:lvl3pPr>
            <a:lvl4pPr>
              <a:defRPr sz="1400"/>
            </a:lvl4pPr>
            <a:lvl5pPr>
              <a:defRPr sz="1400"/>
            </a:lvl5pPr>
          </a:lstStyle>
          <a:p>
            <a:pPr lvl="0"/>
            <a:r>
              <a:rPr lang="en-US"/>
              <a:t>01</a:t>
            </a:r>
          </a:p>
        </p:txBody>
      </p:sp>
      <p:sp>
        <p:nvSpPr>
          <p:cNvPr id="18" name="Text Placeholder 2">
            <a:extLst>
              <a:ext uri="{FF2B5EF4-FFF2-40B4-BE49-F238E27FC236}">
                <a16:creationId xmlns:a16="http://schemas.microsoft.com/office/drawing/2014/main" id="{A7373297-846C-B4F3-2B4F-7AB97FC873FB}"/>
              </a:ext>
            </a:extLst>
          </p:cNvPr>
          <p:cNvSpPr>
            <a:spLocks noGrp="1"/>
          </p:cNvSpPr>
          <p:nvPr>
            <p:ph type="body" idx="1" hasCustomPrompt="1"/>
          </p:nvPr>
        </p:nvSpPr>
        <p:spPr>
          <a:xfrm>
            <a:off x="628437" y="2147363"/>
            <a:ext cx="4256019" cy="830527"/>
          </a:xfrm>
        </p:spPr>
        <p:txBody>
          <a:bodyPr lIns="0" tIns="0" rIns="0" bIns="0" anchor="b">
            <a:normAutofit/>
          </a:bodyPr>
          <a:lstStyle>
            <a:lvl1pPr marL="0" indent="0" algn="r">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10">
            <a:extLst>
              <a:ext uri="{FF2B5EF4-FFF2-40B4-BE49-F238E27FC236}">
                <a16:creationId xmlns:a16="http://schemas.microsoft.com/office/drawing/2014/main" id="{4F525C49-1EC6-C953-952A-9C0B673F9254}"/>
              </a:ext>
            </a:extLst>
          </p:cNvPr>
          <p:cNvSpPr>
            <a:spLocks noGrp="1"/>
          </p:cNvSpPr>
          <p:nvPr>
            <p:ph type="body" sz="quarter" idx="13"/>
          </p:nvPr>
        </p:nvSpPr>
        <p:spPr>
          <a:xfrm>
            <a:off x="628438" y="3048973"/>
            <a:ext cx="4256020" cy="713282"/>
          </a:xfrm>
        </p:spPr>
        <p:txBody>
          <a:bodyPr lIns="0" tIns="0" rIns="0" bIns="0">
            <a:normAutofit/>
          </a:bodyPr>
          <a:lstStyle>
            <a:lvl1pPr marL="0" indent="0" algn="r">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5" name="Text Placeholder 3">
            <a:extLst>
              <a:ext uri="{FF2B5EF4-FFF2-40B4-BE49-F238E27FC236}">
                <a16:creationId xmlns:a16="http://schemas.microsoft.com/office/drawing/2014/main" id="{8C16475F-7D04-6978-B09C-8CBA2E87553E}"/>
              </a:ext>
            </a:extLst>
          </p:cNvPr>
          <p:cNvSpPr>
            <a:spLocks noGrp="1"/>
          </p:cNvSpPr>
          <p:nvPr>
            <p:ph type="body" sz="quarter" idx="21" hasCustomPrompt="1"/>
          </p:nvPr>
        </p:nvSpPr>
        <p:spPr>
          <a:xfrm>
            <a:off x="6227803" y="3014543"/>
            <a:ext cx="744537" cy="760412"/>
          </a:xfrm>
        </p:spPr>
        <p:txBody>
          <a:bodyPr anchor="ctr">
            <a:noAutofit/>
          </a:bodyPr>
          <a:lstStyle>
            <a:lvl1pPr marL="0" indent="0" algn="ctr">
              <a:buNone/>
              <a:defRPr sz="1800">
                <a:solidFill>
                  <a:schemeClr val="bg1"/>
                </a:solidFill>
                <a:latin typeface="+mj-lt"/>
              </a:defRPr>
            </a:lvl1pPr>
            <a:lvl2pPr>
              <a:defRPr sz="1400"/>
            </a:lvl2pPr>
            <a:lvl3pPr>
              <a:defRPr sz="1400"/>
            </a:lvl3pPr>
            <a:lvl4pPr>
              <a:defRPr sz="1400"/>
            </a:lvl4pPr>
            <a:lvl5pPr>
              <a:defRPr sz="1400"/>
            </a:lvl5pPr>
          </a:lstStyle>
          <a:p>
            <a:pPr lvl="0"/>
            <a:r>
              <a:rPr lang="en-US"/>
              <a:t>02</a:t>
            </a:r>
          </a:p>
        </p:txBody>
      </p:sp>
      <p:sp>
        <p:nvSpPr>
          <p:cNvPr id="42" name="Text Placeholder 2">
            <a:extLst>
              <a:ext uri="{FF2B5EF4-FFF2-40B4-BE49-F238E27FC236}">
                <a16:creationId xmlns:a16="http://schemas.microsoft.com/office/drawing/2014/main" id="{FD5AC1D6-4159-2429-73E9-F8E5DA71D561}"/>
              </a:ext>
            </a:extLst>
          </p:cNvPr>
          <p:cNvSpPr>
            <a:spLocks noGrp="1"/>
          </p:cNvSpPr>
          <p:nvPr>
            <p:ph type="body" idx="16" hasCustomPrompt="1"/>
          </p:nvPr>
        </p:nvSpPr>
        <p:spPr>
          <a:xfrm>
            <a:off x="7307544" y="2151213"/>
            <a:ext cx="4256019" cy="830527"/>
          </a:xfrm>
        </p:spPr>
        <p:txBody>
          <a:bodyPr lIns="0" tIns="0" rIns="0" bIns="0" anchor="b">
            <a:normAutofit/>
          </a:bodyPr>
          <a:lstStyle>
            <a:lvl1pPr marL="0" indent="0" algn="l">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3" name="Text Placeholder 10">
            <a:extLst>
              <a:ext uri="{FF2B5EF4-FFF2-40B4-BE49-F238E27FC236}">
                <a16:creationId xmlns:a16="http://schemas.microsoft.com/office/drawing/2014/main" id="{ADED373C-D520-D9F6-9244-C1F73ADC2501}"/>
              </a:ext>
            </a:extLst>
          </p:cNvPr>
          <p:cNvSpPr>
            <a:spLocks noGrp="1"/>
          </p:cNvSpPr>
          <p:nvPr>
            <p:ph type="body" sz="quarter" idx="17"/>
          </p:nvPr>
        </p:nvSpPr>
        <p:spPr>
          <a:xfrm>
            <a:off x="7307545" y="3052823"/>
            <a:ext cx="4256020" cy="713282"/>
          </a:xfrm>
        </p:spPr>
        <p:txBody>
          <a:bodyPr lIns="0" tIns="0" rIns="0" bIns="0">
            <a:normAutofit/>
          </a:bodyPr>
          <a:lstStyle>
            <a:lvl1pPr marL="0" indent="0" algn="l">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7" name="Text Placeholder 3">
            <a:extLst>
              <a:ext uri="{FF2B5EF4-FFF2-40B4-BE49-F238E27FC236}">
                <a16:creationId xmlns:a16="http://schemas.microsoft.com/office/drawing/2014/main" id="{A5673F17-6226-04BC-206C-F63523AE4DDF}"/>
              </a:ext>
            </a:extLst>
          </p:cNvPr>
          <p:cNvSpPr>
            <a:spLocks noGrp="1"/>
          </p:cNvSpPr>
          <p:nvPr>
            <p:ph type="body" sz="quarter" idx="22" hasCustomPrompt="1"/>
          </p:nvPr>
        </p:nvSpPr>
        <p:spPr>
          <a:xfrm>
            <a:off x="5261307" y="3962484"/>
            <a:ext cx="744537" cy="760412"/>
          </a:xfrm>
        </p:spPr>
        <p:txBody>
          <a:bodyPr anchor="ctr">
            <a:noAutofit/>
          </a:bodyPr>
          <a:lstStyle>
            <a:lvl1pPr marL="0" indent="0" algn="ctr">
              <a:buNone/>
              <a:defRPr sz="1800">
                <a:solidFill>
                  <a:schemeClr val="bg1"/>
                </a:solidFill>
                <a:latin typeface="+mj-lt"/>
              </a:defRPr>
            </a:lvl1pPr>
            <a:lvl2pPr>
              <a:defRPr sz="1400"/>
            </a:lvl2pPr>
            <a:lvl3pPr>
              <a:defRPr sz="1400"/>
            </a:lvl3pPr>
            <a:lvl4pPr>
              <a:defRPr sz="1400"/>
            </a:lvl4pPr>
            <a:lvl5pPr>
              <a:defRPr sz="1400"/>
            </a:lvl5pPr>
          </a:lstStyle>
          <a:p>
            <a:pPr lvl="0"/>
            <a:r>
              <a:rPr lang="en-US"/>
              <a:t>03</a:t>
            </a:r>
          </a:p>
        </p:txBody>
      </p:sp>
      <p:sp>
        <p:nvSpPr>
          <p:cNvPr id="40" name="Text Placeholder 2">
            <a:extLst>
              <a:ext uri="{FF2B5EF4-FFF2-40B4-BE49-F238E27FC236}">
                <a16:creationId xmlns:a16="http://schemas.microsoft.com/office/drawing/2014/main" id="{F42C4EE3-A8A6-1B37-DA6B-13956FE630D9}"/>
              </a:ext>
            </a:extLst>
          </p:cNvPr>
          <p:cNvSpPr>
            <a:spLocks noGrp="1"/>
          </p:cNvSpPr>
          <p:nvPr>
            <p:ph type="body" idx="14" hasCustomPrompt="1"/>
          </p:nvPr>
        </p:nvSpPr>
        <p:spPr>
          <a:xfrm>
            <a:off x="639382" y="3889446"/>
            <a:ext cx="4256019" cy="830527"/>
          </a:xfrm>
        </p:spPr>
        <p:txBody>
          <a:bodyPr lIns="0" tIns="0" rIns="0" bIns="0" anchor="b">
            <a:normAutofit/>
          </a:bodyPr>
          <a:lstStyle>
            <a:lvl1pPr marL="0" indent="0" algn="r">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Text Placeholder 10">
            <a:extLst>
              <a:ext uri="{FF2B5EF4-FFF2-40B4-BE49-F238E27FC236}">
                <a16:creationId xmlns:a16="http://schemas.microsoft.com/office/drawing/2014/main" id="{B6576A4B-AB76-1DDB-B0B7-C9C24D5F54DA}"/>
              </a:ext>
            </a:extLst>
          </p:cNvPr>
          <p:cNvSpPr>
            <a:spLocks noGrp="1"/>
          </p:cNvSpPr>
          <p:nvPr>
            <p:ph type="body" sz="quarter" idx="15"/>
          </p:nvPr>
        </p:nvSpPr>
        <p:spPr>
          <a:xfrm>
            <a:off x="639383" y="4791056"/>
            <a:ext cx="4256020" cy="713282"/>
          </a:xfrm>
        </p:spPr>
        <p:txBody>
          <a:bodyPr lIns="0" tIns="0" rIns="0" bIns="0">
            <a:normAutofit/>
          </a:bodyPr>
          <a:lstStyle>
            <a:lvl1pPr marL="0" indent="0" algn="r">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8" name="Text Placeholder 3">
            <a:extLst>
              <a:ext uri="{FF2B5EF4-FFF2-40B4-BE49-F238E27FC236}">
                <a16:creationId xmlns:a16="http://schemas.microsoft.com/office/drawing/2014/main" id="{C0D5317D-991E-1344-1A36-B0F596969831}"/>
              </a:ext>
            </a:extLst>
          </p:cNvPr>
          <p:cNvSpPr>
            <a:spLocks noGrp="1"/>
          </p:cNvSpPr>
          <p:nvPr>
            <p:ph type="body" sz="quarter" idx="23" hasCustomPrompt="1"/>
          </p:nvPr>
        </p:nvSpPr>
        <p:spPr>
          <a:xfrm>
            <a:off x="6227803" y="3962484"/>
            <a:ext cx="744537" cy="760412"/>
          </a:xfrm>
        </p:spPr>
        <p:txBody>
          <a:bodyPr anchor="ctr">
            <a:noAutofit/>
          </a:bodyPr>
          <a:lstStyle>
            <a:lvl1pPr marL="0" indent="0" algn="ctr">
              <a:buNone/>
              <a:defRPr sz="1800">
                <a:solidFill>
                  <a:schemeClr val="bg1"/>
                </a:solidFill>
                <a:latin typeface="+mj-lt"/>
              </a:defRPr>
            </a:lvl1pPr>
            <a:lvl2pPr>
              <a:defRPr sz="1400"/>
            </a:lvl2pPr>
            <a:lvl3pPr>
              <a:defRPr sz="1400"/>
            </a:lvl3pPr>
            <a:lvl4pPr>
              <a:defRPr sz="1400"/>
            </a:lvl4pPr>
            <a:lvl5pPr>
              <a:defRPr sz="1400"/>
            </a:lvl5pPr>
          </a:lstStyle>
          <a:p>
            <a:pPr lvl="0"/>
            <a:r>
              <a:rPr lang="en-US"/>
              <a:t>04</a:t>
            </a:r>
          </a:p>
        </p:txBody>
      </p:sp>
      <p:sp>
        <p:nvSpPr>
          <p:cNvPr id="44" name="Text Placeholder 2">
            <a:extLst>
              <a:ext uri="{FF2B5EF4-FFF2-40B4-BE49-F238E27FC236}">
                <a16:creationId xmlns:a16="http://schemas.microsoft.com/office/drawing/2014/main" id="{4DF615FF-E36B-2394-D68D-256FA30A47F4}"/>
              </a:ext>
            </a:extLst>
          </p:cNvPr>
          <p:cNvSpPr>
            <a:spLocks noGrp="1"/>
          </p:cNvSpPr>
          <p:nvPr>
            <p:ph type="body" idx="18" hasCustomPrompt="1"/>
          </p:nvPr>
        </p:nvSpPr>
        <p:spPr>
          <a:xfrm>
            <a:off x="7318489" y="3893296"/>
            <a:ext cx="4256019" cy="830527"/>
          </a:xfrm>
        </p:spPr>
        <p:txBody>
          <a:bodyPr lIns="0" tIns="0" rIns="0" bIns="0" anchor="b">
            <a:normAutofit/>
          </a:bodyPr>
          <a:lstStyle>
            <a:lvl1pPr marL="0" indent="0" algn="l">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5" name="Text Placeholder 10">
            <a:extLst>
              <a:ext uri="{FF2B5EF4-FFF2-40B4-BE49-F238E27FC236}">
                <a16:creationId xmlns:a16="http://schemas.microsoft.com/office/drawing/2014/main" id="{CC95B08F-877F-131A-AF95-391849EF2594}"/>
              </a:ext>
            </a:extLst>
          </p:cNvPr>
          <p:cNvSpPr>
            <a:spLocks noGrp="1"/>
          </p:cNvSpPr>
          <p:nvPr>
            <p:ph type="body" sz="quarter" idx="19"/>
          </p:nvPr>
        </p:nvSpPr>
        <p:spPr>
          <a:xfrm>
            <a:off x="7318490" y="4794906"/>
            <a:ext cx="4256020" cy="713282"/>
          </a:xfrm>
        </p:spPr>
        <p:txBody>
          <a:bodyPr lIns="0" tIns="0" rIns="0" bIns="0">
            <a:normAutofit/>
          </a:bodyPr>
          <a:lstStyle>
            <a:lvl1pPr marL="0" indent="0" algn="l">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6" name="Date Placeholder 5">
            <a:extLst>
              <a:ext uri="{FF2B5EF4-FFF2-40B4-BE49-F238E27FC236}">
                <a16:creationId xmlns:a16="http://schemas.microsoft.com/office/drawing/2014/main" id="{82413880-8BA3-40F7-E4EB-B5736AD7E568}"/>
              </a:ext>
            </a:extLst>
          </p:cNvPr>
          <p:cNvSpPr>
            <a:spLocks noGrp="1"/>
          </p:cNvSpPr>
          <p:nvPr>
            <p:ph type="dt" sz="half" idx="10"/>
          </p:nvPr>
        </p:nvSpPr>
        <p:spPr/>
        <p:txBody>
          <a:bodyPr/>
          <a:lstStyle>
            <a:lvl1pPr>
              <a:defRPr>
                <a:solidFill>
                  <a:schemeClr val="tx1"/>
                </a:solidFill>
              </a:defRPr>
            </a:lvl1pPr>
          </a:lstStyle>
          <a:p>
            <a:r>
              <a:rPr lang="en-US" altLang="zh-CN"/>
              <a:t>03/12/2025</a:t>
            </a:r>
          </a:p>
        </p:txBody>
      </p:sp>
      <p:sp>
        <p:nvSpPr>
          <p:cNvPr id="9" name="Footer Placeholder 8">
            <a:extLst>
              <a:ext uri="{FF2B5EF4-FFF2-40B4-BE49-F238E27FC236}">
                <a16:creationId xmlns:a16="http://schemas.microsoft.com/office/drawing/2014/main" id="{80353A12-9C8A-289C-8282-2A997ECA0AA3}"/>
              </a:ext>
            </a:extLst>
          </p:cNvPr>
          <p:cNvSpPr>
            <a:spLocks noGrp="1"/>
          </p:cNvSpPr>
          <p:nvPr>
            <p:ph type="ftr" sz="quarter" idx="11"/>
          </p:nvPr>
        </p:nvSpPr>
        <p:spPr/>
        <p:txBody>
          <a:bodyPr/>
          <a:lstStyle>
            <a:lvl1pPr>
              <a:defRPr>
                <a:solidFill>
                  <a:schemeClr val="tx1"/>
                </a:solidFill>
              </a:defRPr>
            </a:lvl1pPr>
          </a:lstStyle>
          <a:p>
            <a:r>
              <a:rPr lang="en-US" altLang="zh-CN"/>
              <a:t>Sample Footer Text</a:t>
            </a:r>
          </a:p>
        </p:txBody>
      </p:sp>
      <p:sp>
        <p:nvSpPr>
          <p:cNvPr id="10" name="Slide Number Placeholder 9">
            <a:extLst>
              <a:ext uri="{FF2B5EF4-FFF2-40B4-BE49-F238E27FC236}">
                <a16:creationId xmlns:a16="http://schemas.microsoft.com/office/drawing/2014/main" id="{9B99161F-6303-389E-228B-53674B1953AB}"/>
              </a:ext>
            </a:extLst>
          </p:cNvPr>
          <p:cNvSpPr>
            <a:spLocks noGrp="1"/>
          </p:cNvSpPr>
          <p:nvPr>
            <p:ph type="sldNum" sz="half" idx="12"/>
          </p:nvPr>
        </p:nvSpPr>
        <p:spPr/>
        <p:txBody>
          <a:bodyPr/>
          <a:lstStyle/>
          <a:p>
            <a:fld id="{53642C38-124F-4CC4-99D8-72838B5B5271}" type="slidenum">
              <a:rPr lang="en-US" altLang="zh-CN" smtClean="0"/>
              <a:pPr/>
              <a:t>‹#›</a:t>
            </a:fld>
            <a:endParaRPr lang="en-US" altLang="zh-CN"/>
          </a:p>
        </p:txBody>
      </p:sp>
      <p:sp>
        <p:nvSpPr>
          <p:cNvPr id="21" name="Freeform 3">
            <a:extLst>
              <a:ext uri="{FF2B5EF4-FFF2-40B4-BE49-F238E27FC236}">
                <a16:creationId xmlns:a16="http://schemas.microsoft.com/office/drawing/2014/main" id="{8549BBA4-6413-3A72-0C74-141F22DBC083}"/>
              </a:ext>
              <a:ext uri="{C183D7F6-B498-43B3-948B-1728B52AA6E4}">
                <adec:decorative xmlns:adec="http://schemas.microsoft.com/office/drawing/2017/decorative" val="1"/>
              </a:ext>
            </a:extLst>
          </p:cNvPr>
          <p:cNvSpPr/>
          <p:nvPr userDrawn="1"/>
        </p:nvSpPr>
        <p:spPr>
          <a:xfrm rot="10800000" flipH="1" flipV="1">
            <a:off x="11762287"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2" name="Freeform 16">
            <a:extLst>
              <a:ext uri="{FF2B5EF4-FFF2-40B4-BE49-F238E27FC236}">
                <a16:creationId xmlns:a16="http://schemas.microsoft.com/office/drawing/2014/main" id="{02CCE8CB-4E12-C7A1-4E32-F87520F70D6C}"/>
              </a:ext>
              <a:ext uri="{C183D7F6-B498-43B3-948B-1728B52AA6E4}">
                <adec:decorative xmlns:adec="http://schemas.microsoft.com/office/drawing/2017/decorative" val="1"/>
              </a:ext>
            </a:extLst>
          </p:cNvPr>
          <p:cNvSpPr/>
          <p:nvPr userDrawn="1"/>
        </p:nvSpPr>
        <p:spPr>
          <a:xfrm rot="10800000" flipH="1" flipV="1">
            <a:off x="11335168"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26" name="Freeform 3">
            <a:extLst>
              <a:ext uri="{FF2B5EF4-FFF2-40B4-BE49-F238E27FC236}">
                <a16:creationId xmlns:a16="http://schemas.microsoft.com/office/drawing/2014/main" id="{9A92CC1E-5AE9-0373-F587-CECEA0BE6A30}"/>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7" name="Freeform 16">
            <a:extLst>
              <a:ext uri="{FF2B5EF4-FFF2-40B4-BE49-F238E27FC236}">
                <a16:creationId xmlns:a16="http://schemas.microsoft.com/office/drawing/2014/main" id="{BD1FD142-EE87-E880-16AF-7C0BAA5A1391}"/>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353498619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Title and 4-item Lists 4">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E337B0EB-F14C-5109-A398-76A971A01EA7}"/>
              </a:ext>
              <a:ext uri="{C183D7F6-B498-43B3-948B-1728B52AA6E4}">
                <adec:decorative xmlns:adec="http://schemas.microsoft.com/office/drawing/2017/decorative" val="1"/>
              </a:ext>
            </a:extLst>
          </p:cNvPr>
          <p:cNvSpPr/>
          <p:nvPr userDrawn="1"/>
        </p:nvSpPr>
        <p:spPr>
          <a:xfrm>
            <a:off x="5702934" y="2377981"/>
            <a:ext cx="786131" cy="786131"/>
          </a:xfrm>
          <a:prstGeom prst="rect">
            <a:avLst/>
          </a:prstGeom>
          <a:solidFill>
            <a:schemeClr val="accent1">
              <a:lumMod val="50000"/>
            </a:schemeClr>
          </a:solidFill>
          <a:ln>
            <a:solidFill>
              <a:schemeClr val="accent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0" tIns="72000" rIns="0" bIns="0" rtlCol="0" anchor="ctr"/>
          <a:lstStyle/>
          <a:p>
            <a:pPr algn="ctr"/>
            <a:endParaRPr lang="en-US">
              <a:latin typeface="+mj-lt"/>
            </a:endParaRPr>
          </a:p>
        </p:txBody>
      </p:sp>
      <p:sp>
        <p:nvSpPr>
          <p:cNvPr id="15" name="Rectangle 14">
            <a:extLst>
              <a:ext uri="{FF2B5EF4-FFF2-40B4-BE49-F238E27FC236}">
                <a16:creationId xmlns:a16="http://schemas.microsoft.com/office/drawing/2014/main" id="{067C7831-094F-DC73-ABE4-58346EBE09D0}"/>
              </a:ext>
              <a:ext uri="{C183D7F6-B498-43B3-948B-1728B52AA6E4}">
                <adec:decorative xmlns:adec="http://schemas.microsoft.com/office/drawing/2017/decorative" val="1"/>
              </a:ext>
            </a:extLst>
          </p:cNvPr>
          <p:cNvSpPr/>
          <p:nvPr userDrawn="1"/>
        </p:nvSpPr>
        <p:spPr>
          <a:xfrm>
            <a:off x="5702934" y="3330122"/>
            <a:ext cx="786131" cy="786131"/>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72000" rIns="0" bIns="0" rtlCol="0" anchor="ctr"/>
          <a:lstStyle/>
          <a:p>
            <a:pPr algn="ctr"/>
            <a:endParaRPr lang="en-US">
              <a:latin typeface="+mj-lt"/>
            </a:endParaRPr>
          </a:p>
        </p:txBody>
      </p:sp>
      <p:sp>
        <p:nvSpPr>
          <p:cNvPr id="17" name="Rectangle 16">
            <a:extLst>
              <a:ext uri="{FF2B5EF4-FFF2-40B4-BE49-F238E27FC236}">
                <a16:creationId xmlns:a16="http://schemas.microsoft.com/office/drawing/2014/main" id="{6E7DA70C-C404-995E-82CC-B1CAF5DEA180}"/>
              </a:ext>
              <a:ext uri="{C183D7F6-B498-43B3-948B-1728B52AA6E4}">
                <adec:decorative xmlns:adec="http://schemas.microsoft.com/office/drawing/2017/decorative" val="1"/>
              </a:ext>
            </a:extLst>
          </p:cNvPr>
          <p:cNvSpPr/>
          <p:nvPr userDrawn="1"/>
        </p:nvSpPr>
        <p:spPr>
          <a:xfrm>
            <a:off x="5702934" y="4276331"/>
            <a:ext cx="786131" cy="786131"/>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72000" rIns="0" bIns="0" rtlCol="0" anchor="ctr"/>
          <a:lstStyle/>
          <a:p>
            <a:pPr algn="ctr"/>
            <a:endParaRPr lang="en-US">
              <a:latin typeface="+mj-lt"/>
            </a:endParaRPr>
          </a:p>
        </p:txBody>
      </p:sp>
      <p:sp>
        <p:nvSpPr>
          <p:cNvPr id="29" name="Rectangle 28">
            <a:extLst>
              <a:ext uri="{FF2B5EF4-FFF2-40B4-BE49-F238E27FC236}">
                <a16:creationId xmlns:a16="http://schemas.microsoft.com/office/drawing/2014/main" id="{4CAE0CA1-4B4A-1F9F-D817-EE739175240E}"/>
              </a:ext>
              <a:ext uri="{C183D7F6-B498-43B3-948B-1728B52AA6E4}">
                <adec:decorative xmlns:adec="http://schemas.microsoft.com/office/drawing/2017/decorative" val="1"/>
              </a:ext>
            </a:extLst>
          </p:cNvPr>
          <p:cNvSpPr/>
          <p:nvPr userDrawn="1"/>
        </p:nvSpPr>
        <p:spPr>
          <a:xfrm>
            <a:off x="5702934" y="5221472"/>
            <a:ext cx="786131" cy="786131"/>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72000" rIns="0" bIns="0" rtlCol="0" anchor="ctr"/>
          <a:lstStyle/>
          <a:p>
            <a:pPr algn="ctr"/>
            <a:endParaRPr lang="en-US">
              <a:latin typeface="+mj-lt"/>
            </a:endParaRPr>
          </a:p>
        </p:txBody>
      </p:sp>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844000" y="564171"/>
            <a:ext cx="10504000" cy="1230762"/>
          </a:xfrm>
          <a:prstGeom prst="rect">
            <a:avLst/>
          </a:prstGeom>
        </p:spPr>
        <p:txBody>
          <a:bodyPr lIns="0" tIns="0" rIns="0" bIns="0">
            <a:normAutofit/>
          </a:bodyPr>
          <a:lstStyle>
            <a:lvl1pPr algn="ctr">
              <a:defRPr sz="3600">
                <a:solidFill>
                  <a:schemeClr val="accent1">
                    <a:lumMod val="75000"/>
                  </a:schemeClr>
                </a:solidFill>
              </a:defRPr>
            </a:lvl1pPr>
          </a:lstStyle>
          <a:p>
            <a:r>
              <a:rPr lang="en-US"/>
              <a:t>Click to edit Master title style</a:t>
            </a:r>
          </a:p>
        </p:txBody>
      </p:sp>
      <p:sp>
        <p:nvSpPr>
          <p:cNvPr id="3" name="Text Placeholder 3">
            <a:extLst>
              <a:ext uri="{FF2B5EF4-FFF2-40B4-BE49-F238E27FC236}">
                <a16:creationId xmlns:a16="http://schemas.microsoft.com/office/drawing/2014/main" id="{9EB8CDDE-7062-F7C7-533A-0DA1D6C01507}"/>
              </a:ext>
            </a:extLst>
          </p:cNvPr>
          <p:cNvSpPr>
            <a:spLocks noGrp="1"/>
          </p:cNvSpPr>
          <p:nvPr>
            <p:ph type="body" sz="quarter" idx="20" hasCustomPrompt="1"/>
          </p:nvPr>
        </p:nvSpPr>
        <p:spPr>
          <a:xfrm>
            <a:off x="5723731" y="2390840"/>
            <a:ext cx="744537" cy="760412"/>
          </a:xfrm>
        </p:spPr>
        <p:txBody>
          <a:bodyPr anchor="ctr">
            <a:noAutofit/>
          </a:bodyPr>
          <a:lstStyle>
            <a:lvl1pPr marL="0" indent="0" algn="ctr">
              <a:buNone/>
              <a:defRPr sz="1800">
                <a:solidFill>
                  <a:schemeClr val="bg1"/>
                </a:solidFill>
                <a:latin typeface="+mj-lt"/>
              </a:defRPr>
            </a:lvl1pPr>
            <a:lvl2pPr>
              <a:defRPr sz="1400"/>
            </a:lvl2pPr>
            <a:lvl3pPr>
              <a:defRPr sz="1400"/>
            </a:lvl3pPr>
            <a:lvl4pPr>
              <a:defRPr sz="1400"/>
            </a:lvl4pPr>
            <a:lvl5pPr>
              <a:defRPr sz="1400"/>
            </a:lvl5pPr>
          </a:lstStyle>
          <a:p>
            <a:pPr lvl="0"/>
            <a:r>
              <a:rPr lang="en-US"/>
              <a:t>01</a:t>
            </a:r>
          </a:p>
        </p:txBody>
      </p:sp>
      <p:sp>
        <p:nvSpPr>
          <p:cNvPr id="34" name="Text Placeholder 2">
            <a:extLst>
              <a:ext uri="{FF2B5EF4-FFF2-40B4-BE49-F238E27FC236}">
                <a16:creationId xmlns:a16="http://schemas.microsoft.com/office/drawing/2014/main" id="{6CC87BA9-040D-417A-7068-4C09FF10C129}"/>
              </a:ext>
            </a:extLst>
          </p:cNvPr>
          <p:cNvSpPr>
            <a:spLocks noGrp="1"/>
          </p:cNvSpPr>
          <p:nvPr>
            <p:ph type="body" idx="1" hasCustomPrompt="1"/>
          </p:nvPr>
        </p:nvSpPr>
        <p:spPr>
          <a:xfrm>
            <a:off x="1132496" y="1813307"/>
            <a:ext cx="4256019" cy="830527"/>
          </a:xfrm>
        </p:spPr>
        <p:txBody>
          <a:bodyPr lIns="0" tIns="0" rIns="0" bIns="0" anchor="b">
            <a:normAutofit/>
          </a:bodyPr>
          <a:lstStyle>
            <a:lvl1pPr marL="0" indent="0" algn="r">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5" name="Text Placeholder 10">
            <a:extLst>
              <a:ext uri="{FF2B5EF4-FFF2-40B4-BE49-F238E27FC236}">
                <a16:creationId xmlns:a16="http://schemas.microsoft.com/office/drawing/2014/main" id="{9518C1D8-FCEA-D90E-8BD0-37CE0ABCB829}"/>
              </a:ext>
            </a:extLst>
          </p:cNvPr>
          <p:cNvSpPr>
            <a:spLocks noGrp="1"/>
          </p:cNvSpPr>
          <p:nvPr>
            <p:ph type="body" sz="quarter" idx="13"/>
          </p:nvPr>
        </p:nvSpPr>
        <p:spPr>
          <a:xfrm>
            <a:off x="1132497" y="2714917"/>
            <a:ext cx="4256020" cy="713282"/>
          </a:xfrm>
        </p:spPr>
        <p:txBody>
          <a:bodyPr lIns="0" tIns="0" rIns="0" bIns="0">
            <a:normAutofit/>
          </a:bodyPr>
          <a:lstStyle>
            <a:lvl1pPr marL="0" indent="0" algn="r">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4" name="Text Placeholder 3">
            <a:extLst>
              <a:ext uri="{FF2B5EF4-FFF2-40B4-BE49-F238E27FC236}">
                <a16:creationId xmlns:a16="http://schemas.microsoft.com/office/drawing/2014/main" id="{B201CD6A-D944-23B5-CFA7-F82D8CBBC082}"/>
              </a:ext>
            </a:extLst>
          </p:cNvPr>
          <p:cNvSpPr>
            <a:spLocks noGrp="1"/>
          </p:cNvSpPr>
          <p:nvPr>
            <p:ph type="body" sz="quarter" idx="21" hasCustomPrompt="1"/>
          </p:nvPr>
        </p:nvSpPr>
        <p:spPr>
          <a:xfrm>
            <a:off x="5723731" y="3342981"/>
            <a:ext cx="744537" cy="760412"/>
          </a:xfrm>
        </p:spPr>
        <p:txBody>
          <a:bodyPr anchor="ctr">
            <a:noAutofit/>
          </a:bodyPr>
          <a:lstStyle>
            <a:lvl1pPr marL="0" indent="0" algn="ctr">
              <a:buNone/>
              <a:defRPr sz="1800">
                <a:solidFill>
                  <a:schemeClr val="bg1"/>
                </a:solidFill>
                <a:latin typeface="+mj-lt"/>
              </a:defRPr>
            </a:lvl1pPr>
            <a:lvl2pPr>
              <a:defRPr sz="1400"/>
            </a:lvl2pPr>
            <a:lvl3pPr>
              <a:defRPr sz="1400"/>
            </a:lvl3pPr>
            <a:lvl4pPr>
              <a:defRPr sz="1400"/>
            </a:lvl4pPr>
            <a:lvl5pPr>
              <a:defRPr sz="1400"/>
            </a:lvl5pPr>
          </a:lstStyle>
          <a:p>
            <a:pPr lvl="0"/>
            <a:r>
              <a:rPr lang="en-US"/>
              <a:t>02</a:t>
            </a:r>
          </a:p>
        </p:txBody>
      </p:sp>
      <p:sp>
        <p:nvSpPr>
          <p:cNvPr id="48" name="Text Placeholder 2">
            <a:extLst>
              <a:ext uri="{FF2B5EF4-FFF2-40B4-BE49-F238E27FC236}">
                <a16:creationId xmlns:a16="http://schemas.microsoft.com/office/drawing/2014/main" id="{AF26A924-72D6-0586-A600-24324D505F25}"/>
              </a:ext>
            </a:extLst>
          </p:cNvPr>
          <p:cNvSpPr>
            <a:spLocks noGrp="1"/>
          </p:cNvSpPr>
          <p:nvPr>
            <p:ph type="body" idx="16" hasCustomPrompt="1"/>
          </p:nvPr>
        </p:nvSpPr>
        <p:spPr>
          <a:xfrm>
            <a:off x="6803482" y="2732050"/>
            <a:ext cx="4256019" cy="830527"/>
          </a:xfrm>
        </p:spPr>
        <p:txBody>
          <a:bodyPr lIns="0" tIns="0" rIns="0" bIns="0" anchor="b">
            <a:normAutofit/>
          </a:bodyPr>
          <a:lstStyle>
            <a:lvl1pPr marL="0" indent="0" algn="l">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9" name="Text Placeholder 10">
            <a:extLst>
              <a:ext uri="{FF2B5EF4-FFF2-40B4-BE49-F238E27FC236}">
                <a16:creationId xmlns:a16="http://schemas.microsoft.com/office/drawing/2014/main" id="{3D40CBC9-BDEF-8DC3-976F-5B19A8811134}"/>
              </a:ext>
            </a:extLst>
          </p:cNvPr>
          <p:cNvSpPr>
            <a:spLocks noGrp="1"/>
          </p:cNvSpPr>
          <p:nvPr>
            <p:ph type="body" sz="quarter" idx="17"/>
          </p:nvPr>
        </p:nvSpPr>
        <p:spPr>
          <a:xfrm>
            <a:off x="6803483" y="3633660"/>
            <a:ext cx="4256020" cy="713282"/>
          </a:xfrm>
        </p:spPr>
        <p:txBody>
          <a:bodyPr lIns="0" tIns="0" rIns="0" bIns="0">
            <a:normAutofit/>
          </a:bodyPr>
          <a:lstStyle>
            <a:lvl1pPr marL="0" indent="0" algn="l">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5" name="Text Placeholder 3">
            <a:extLst>
              <a:ext uri="{FF2B5EF4-FFF2-40B4-BE49-F238E27FC236}">
                <a16:creationId xmlns:a16="http://schemas.microsoft.com/office/drawing/2014/main" id="{AB41CC40-8BC9-AE2E-16F6-78BAB06C116F}"/>
              </a:ext>
            </a:extLst>
          </p:cNvPr>
          <p:cNvSpPr>
            <a:spLocks noGrp="1"/>
          </p:cNvSpPr>
          <p:nvPr>
            <p:ph type="body" sz="quarter" idx="22" hasCustomPrompt="1"/>
          </p:nvPr>
        </p:nvSpPr>
        <p:spPr>
          <a:xfrm>
            <a:off x="5723731" y="4289190"/>
            <a:ext cx="744537" cy="760412"/>
          </a:xfrm>
        </p:spPr>
        <p:txBody>
          <a:bodyPr anchor="ctr">
            <a:noAutofit/>
          </a:bodyPr>
          <a:lstStyle>
            <a:lvl1pPr marL="0" indent="0" algn="ctr">
              <a:buNone/>
              <a:defRPr sz="1800">
                <a:solidFill>
                  <a:schemeClr val="bg1"/>
                </a:solidFill>
                <a:latin typeface="+mj-lt"/>
              </a:defRPr>
            </a:lvl1pPr>
            <a:lvl2pPr>
              <a:defRPr sz="1400"/>
            </a:lvl2pPr>
            <a:lvl3pPr>
              <a:defRPr sz="1400"/>
            </a:lvl3pPr>
            <a:lvl4pPr>
              <a:defRPr sz="1400"/>
            </a:lvl4pPr>
            <a:lvl5pPr>
              <a:defRPr sz="1400"/>
            </a:lvl5pPr>
          </a:lstStyle>
          <a:p>
            <a:pPr lvl="0"/>
            <a:r>
              <a:rPr lang="en-US"/>
              <a:t>03</a:t>
            </a:r>
          </a:p>
        </p:txBody>
      </p:sp>
      <p:sp>
        <p:nvSpPr>
          <p:cNvPr id="46" name="Text Placeholder 2">
            <a:extLst>
              <a:ext uri="{FF2B5EF4-FFF2-40B4-BE49-F238E27FC236}">
                <a16:creationId xmlns:a16="http://schemas.microsoft.com/office/drawing/2014/main" id="{0823E073-A7AB-E504-F4B0-2F50B06AF254}"/>
              </a:ext>
            </a:extLst>
          </p:cNvPr>
          <p:cNvSpPr>
            <a:spLocks noGrp="1"/>
          </p:cNvSpPr>
          <p:nvPr>
            <p:ph type="body" idx="14" hasCustomPrompt="1"/>
          </p:nvPr>
        </p:nvSpPr>
        <p:spPr>
          <a:xfrm>
            <a:off x="1132494" y="3693652"/>
            <a:ext cx="4256019" cy="830527"/>
          </a:xfrm>
        </p:spPr>
        <p:txBody>
          <a:bodyPr lIns="0" tIns="0" rIns="0" bIns="0" anchor="b">
            <a:normAutofit/>
          </a:bodyPr>
          <a:lstStyle>
            <a:lvl1pPr marL="0" indent="0" algn="r">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10">
            <a:extLst>
              <a:ext uri="{FF2B5EF4-FFF2-40B4-BE49-F238E27FC236}">
                <a16:creationId xmlns:a16="http://schemas.microsoft.com/office/drawing/2014/main" id="{0B062D47-A566-F3EE-0166-49A05CB85151}"/>
              </a:ext>
            </a:extLst>
          </p:cNvPr>
          <p:cNvSpPr>
            <a:spLocks noGrp="1"/>
          </p:cNvSpPr>
          <p:nvPr>
            <p:ph type="body" sz="quarter" idx="24"/>
          </p:nvPr>
        </p:nvSpPr>
        <p:spPr>
          <a:xfrm>
            <a:off x="1132494" y="4591538"/>
            <a:ext cx="4256020" cy="713282"/>
          </a:xfrm>
        </p:spPr>
        <p:txBody>
          <a:bodyPr lIns="0" tIns="0" rIns="0" bIns="0">
            <a:normAutofit/>
          </a:bodyPr>
          <a:lstStyle>
            <a:lvl1pPr marL="0" indent="0" algn="r">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7" name="Text Placeholder 3">
            <a:extLst>
              <a:ext uri="{FF2B5EF4-FFF2-40B4-BE49-F238E27FC236}">
                <a16:creationId xmlns:a16="http://schemas.microsoft.com/office/drawing/2014/main" id="{47E5E086-4986-52F6-53FB-2CC51E3DF18B}"/>
              </a:ext>
            </a:extLst>
          </p:cNvPr>
          <p:cNvSpPr>
            <a:spLocks noGrp="1"/>
          </p:cNvSpPr>
          <p:nvPr>
            <p:ph type="body" sz="quarter" idx="23" hasCustomPrompt="1"/>
          </p:nvPr>
        </p:nvSpPr>
        <p:spPr>
          <a:xfrm>
            <a:off x="5723731" y="5234331"/>
            <a:ext cx="744537" cy="760412"/>
          </a:xfrm>
        </p:spPr>
        <p:txBody>
          <a:bodyPr anchor="ctr">
            <a:noAutofit/>
          </a:bodyPr>
          <a:lstStyle>
            <a:lvl1pPr marL="0" indent="0" algn="ctr">
              <a:buNone/>
              <a:defRPr sz="1800">
                <a:solidFill>
                  <a:schemeClr val="bg1"/>
                </a:solidFill>
                <a:latin typeface="+mj-lt"/>
              </a:defRPr>
            </a:lvl1pPr>
            <a:lvl2pPr>
              <a:defRPr sz="1400"/>
            </a:lvl2pPr>
            <a:lvl3pPr>
              <a:defRPr sz="1400"/>
            </a:lvl3pPr>
            <a:lvl4pPr>
              <a:defRPr sz="1400"/>
            </a:lvl4pPr>
            <a:lvl5pPr>
              <a:defRPr sz="1400"/>
            </a:lvl5pPr>
          </a:lstStyle>
          <a:p>
            <a:pPr lvl="0"/>
            <a:r>
              <a:rPr lang="en-US"/>
              <a:t>04</a:t>
            </a:r>
          </a:p>
        </p:txBody>
      </p:sp>
      <p:sp>
        <p:nvSpPr>
          <p:cNvPr id="51" name="Text Placeholder 2">
            <a:extLst>
              <a:ext uri="{FF2B5EF4-FFF2-40B4-BE49-F238E27FC236}">
                <a16:creationId xmlns:a16="http://schemas.microsoft.com/office/drawing/2014/main" id="{79148521-054A-FDD8-BB08-0FCA3A47DB19}"/>
              </a:ext>
            </a:extLst>
          </p:cNvPr>
          <p:cNvSpPr>
            <a:spLocks noGrp="1"/>
          </p:cNvSpPr>
          <p:nvPr>
            <p:ph type="body" idx="18" hasCustomPrompt="1"/>
          </p:nvPr>
        </p:nvSpPr>
        <p:spPr>
          <a:xfrm>
            <a:off x="6803482" y="4651530"/>
            <a:ext cx="4256019" cy="830527"/>
          </a:xfrm>
        </p:spPr>
        <p:txBody>
          <a:bodyPr lIns="0" tIns="0" rIns="0" bIns="0" anchor="b">
            <a:normAutofit/>
          </a:bodyPr>
          <a:lstStyle>
            <a:lvl1pPr marL="0" indent="0" algn="l">
              <a:lnSpc>
                <a:spcPct val="90000"/>
              </a:lnSpc>
              <a:buNone/>
              <a:defRPr sz="1800" b="0" cap="none"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52" name="Text Placeholder 10">
            <a:extLst>
              <a:ext uri="{FF2B5EF4-FFF2-40B4-BE49-F238E27FC236}">
                <a16:creationId xmlns:a16="http://schemas.microsoft.com/office/drawing/2014/main" id="{081477D1-4074-4385-6007-BCDA998F1B10}"/>
              </a:ext>
            </a:extLst>
          </p:cNvPr>
          <p:cNvSpPr>
            <a:spLocks noGrp="1"/>
          </p:cNvSpPr>
          <p:nvPr>
            <p:ph type="body" sz="quarter" idx="19"/>
          </p:nvPr>
        </p:nvSpPr>
        <p:spPr>
          <a:xfrm>
            <a:off x="6803483" y="5553140"/>
            <a:ext cx="4256020" cy="713282"/>
          </a:xfrm>
        </p:spPr>
        <p:txBody>
          <a:bodyPr lIns="0" tIns="0" rIns="0" bIns="0">
            <a:normAutofit/>
          </a:bodyPr>
          <a:lstStyle>
            <a:lvl1pPr marL="0" indent="0" algn="l">
              <a:buFontTx/>
              <a:buNone/>
              <a:defRPr sz="1400"/>
            </a:lvl1pPr>
            <a:lvl2pPr marL="457200" indent="0">
              <a:buNone/>
              <a:defRPr sz="1400"/>
            </a:lvl2pPr>
            <a:lvl3pPr>
              <a:defRPr sz="1400"/>
            </a:lvl3pPr>
            <a:lvl4pPr>
              <a:defRPr sz="1400"/>
            </a:lvl4pPr>
            <a:lvl5pPr>
              <a:defRPr sz="1400"/>
            </a:lvl5pPr>
          </a:lstStyle>
          <a:p>
            <a:pPr lvl="0"/>
            <a:r>
              <a:rPr lang="en-US"/>
              <a:t>Click to edit Master text styles</a:t>
            </a:r>
          </a:p>
        </p:txBody>
      </p:sp>
      <p:sp>
        <p:nvSpPr>
          <p:cNvPr id="6" name="Date Placeholder 5">
            <a:extLst>
              <a:ext uri="{FF2B5EF4-FFF2-40B4-BE49-F238E27FC236}">
                <a16:creationId xmlns:a16="http://schemas.microsoft.com/office/drawing/2014/main" id="{82413880-8BA3-40F7-E4EB-B5736AD7E568}"/>
              </a:ext>
            </a:extLst>
          </p:cNvPr>
          <p:cNvSpPr>
            <a:spLocks noGrp="1"/>
          </p:cNvSpPr>
          <p:nvPr>
            <p:ph type="dt" sz="half" idx="10"/>
          </p:nvPr>
        </p:nvSpPr>
        <p:spPr/>
        <p:txBody>
          <a:bodyPr/>
          <a:lstStyle>
            <a:lvl1pPr>
              <a:defRPr>
                <a:solidFill>
                  <a:schemeClr val="tx1"/>
                </a:solidFill>
              </a:defRPr>
            </a:lvl1pPr>
          </a:lstStyle>
          <a:p>
            <a:r>
              <a:rPr lang="en-US" altLang="zh-CN"/>
              <a:t>03/12/2025</a:t>
            </a:r>
          </a:p>
        </p:txBody>
      </p:sp>
      <p:sp>
        <p:nvSpPr>
          <p:cNvPr id="9" name="Footer Placeholder 8">
            <a:extLst>
              <a:ext uri="{FF2B5EF4-FFF2-40B4-BE49-F238E27FC236}">
                <a16:creationId xmlns:a16="http://schemas.microsoft.com/office/drawing/2014/main" id="{80353A12-9C8A-289C-8282-2A997ECA0AA3}"/>
              </a:ext>
            </a:extLst>
          </p:cNvPr>
          <p:cNvSpPr>
            <a:spLocks noGrp="1"/>
          </p:cNvSpPr>
          <p:nvPr>
            <p:ph type="ftr" sz="quarter" idx="11"/>
          </p:nvPr>
        </p:nvSpPr>
        <p:spPr/>
        <p:txBody>
          <a:bodyPr/>
          <a:lstStyle>
            <a:lvl1pPr>
              <a:defRPr>
                <a:solidFill>
                  <a:schemeClr val="tx1"/>
                </a:solidFill>
              </a:defRPr>
            </a:lvl1pPr>
          </a:lstStyle>
          <a:p>
            <a:r>
              <a:rPr lang="en-US" altLang="zh-CN"/>
              <a:t>Sample Footer Text</a:t>
            </a:r>
          </a:p>
        </p:txBody>
      </p:sp>
      <p:sp>
        <p:nvSpPr>
          <p:cNvPr id="10" name="Slide Number Placeholder 9">
            <a:extLst>
              <a:ext uri="{FF2B5EF4-FFF2-40B4-BE49-F238E27FC236}">
                <a16:creationId xmlns:a16="http://schemas.microsoft.com/office/drawing/2014/main" id="{9B99161F-6303-389E-228B-53674B1953AB}"/>
              </a:ext>
            </a:extLst>
          </p:cNvPr>
          <p:cNvSpPr>
            <a:spLocks noGrp="1"/>
          </p:cNvSpPr>
          <p:nvPr>
            <p:ph type="sldNum" sz="half" idx="12"/>
          </p:nvPr>
        </p:nvSpPr>
        <p:spPr/>
        <p:txBody>
          <a:bodyPr/>
          <a:lstStyle/>
          <a:p>
            <a:fld id="{53642C38-124F-4CC4-99D8-72838B5B5271}" type="slidenum">
              <a:rPr lang="en-US" altLang="zh-CN" smtClean="0"/>
              <a:pPr/>
              <a:t>‹#›</a:t>
            </a:fld>
            <a:endParaRPr lang="en-US" altLang="zh-CN"/>
          </a:p>
        </p:txBody>
      </p:sp>
      <p:sp>
        <p:nvSpPr>
          <p:cNvPr id="21" name="Freeform 3">
            <a:extLst>
              <a:ext uri="{FF2B5EF4-FFF2-40B4-BE49-F238E27FC236}">
                <a16:creationId xmlns:a16="http://schemas.microsoft.com/office/drawing/2014/main" id="{8549BBA4-6413-3A72-0C74-141F22DBC083}"/>
              </a:ext>
              <a:ext uri="{C183D7F6-B498-43B3-948B-1728B52AA6E4}">
                <adec:decorative xmlns:adec="http://schemas.microsoft.com/office/drawing/2017/decorative" val="1"/>
              </a:ext>
            </a:extLst>
          </p:cNvPr>
          <p:cNvSpPr/>
          <p:nvPr userDrawn="1"/>
        </p:nvSpPr>
        <p:spPr>
          <a:xfrm rot="10800000" flipH="1" flipV="1">
            <a:off x="11762287"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2" name="Freeform 16">
            <a:extLst>
              <a:ext uri="{FF2B5EF4-FFF2-40B4-BE49-F238E27FC236}">
                <a16:creationId xmlns:a16="http://schemas.microsoft.com/office/drawing/2014/main" id="{02CCE8CB-4E12-C7A1-4E32-F87520F70D6C}"/>
              </a:ext>
              <a:ext uri="{C183D7F6-B498-43B3-948B-1728B52AA6E4}">
                <adec:decorative xmlns:adec="http://schemas.microsoft.com/office/drawing/2017/decorative" val="1"/>
              </a:ext>
            </a:extLst>
          </p:cNvPr>
          <p:cNvSpPr/>
          <p:nvPr userDrawn="1"/>
        </p:nvSpPr>
        <p:spPr>
          <a:xfrm rot="10800000" flipH="1" flipV="1">
            <a:off x="11335168"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26" name="Freeform 3">
            <a:extLst>
              <a:ext uri="{FF2B5EF4-FFF2-40B4-BE49-F238E27FC236}">
                <a16:creationId xmlns:a16="http://schemas.microsoft.com/office/drawing/2014/main" id="{9A92CC1E-5AE9-0373-F587-CECEA0BE6A30}"/>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7" name="Freeform 16">
            <a:extLst>
              <a:ext uri="{FF2B5EF4-FFF2-40B4-BE49-F238E27FC236}">
                <a16:creationId xmlns:a16="http://schemas.microsoft.com/office/drawing/2014/main" id="{BD1FD142-EE87-E880-16AF-7C0BAA5A1391}"/>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237046702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844000" y="831919"/>
            <a:ext cx="3595634" cy="1757505"/>
          </a:xfrm>
          <a:prstGeom prst="rect">
            <a:avLst/>
          </a:prstGeom>
        </p:spPr>
        <p:txBody>
          <a:bodyPr lIns="0" tIns="0" rIns="0" bIns="0" anchor="t">
            <a:normAutofit/>
          </a:bodyPr>
          <a:lstStyle>
            <a:lvl1pPr>
              <a:defRPr sz="2800"/>
            </a:lvl1pPr>
          </a:lstStyle>
          <a:p>
            <a:r>
              <a:rPr lang="en-US"/>
              <a:t>Click to edit Master title style</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844000" y="2724912"/>
            <a:ext cx="3595634" cy="3301168"/>
          </a:xfrm>
        </p:spPr>
        <p:txBody>
          <a:bodyPr lIns="0" tIns="0" rIns="0" bIns="0"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Content Placeholder 6">
            <a:extLst>
              <a:ext uri="{FF2B5EF4-FFF2-40B4-BE49-F238E27FC236}">
                <a16:creationId xmlns:a16="http://schemas.microsoft.com/office/drawing/2014/main" id="{D4FD12B5-C08B-43C2-5F7C-4A28BC1E9DB4}"/>
              </a:ext>
            </a:extLst>
          </p:cNvPr>
          <p:cNvSpPr>
            <a:spLocks noGrp="1"/>
          </p:cNvSpPr>
          <p:nvPr>
            <p:ph sz="quarter" idx="18"/>
          </p:nvPr>
        </p:nvSpPr>
        <p:spPr>
          <a:xfrm>
            <a:off x="4610100" y="831919"/>
            <a:ext cx="6672962" cy="5194161"/>
          </a:xfrm>
        </p:spPr>
        <p:txBody>
          <a:bodyPr lIns="0" tIns="0" rIns="0" bIns="0">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Date Placeholder 18">
            <a:extLst>
              <a:ext uri="{FF2B5EF4-FFF2-40B4-BE49-F238E27FC236}">
                <a16:creationId xmlns:a16="http://schemas.microsoft.com/office/drawing/2014/main" id="{BB5203DB-DA17-33CF-A295-FF44A678EA4E}"/>
              </a:ext>
            </a:extLst>
          </p:cNvPr>
          <p:cNvSpPr>
            <a:spLocks noGrp="1"/>
          </p:cNvSpPr>
          <p:nvPr>
            <p:ph type="dt" sz="half" idx="10"/>
          </p:nvPr>
        </p:nvSpPr>
        <p:spPr/>
        <p:txBody>
          <a:bodyPr/>
          <a:lstStyle/>
          <a:p>
            <a:r>
              <a:rPr lang="en-US" altLang="zh-CN"/>
              <a:t>03/12/2025</a:t>
            </a:r>
          </a:p>
        </p:txBody>
      </p:sp>
      <p:sp>
        <p:nvSpPr>
          <p:cNvPr id="20" name="Footer Placeholder 19">
            <a:extLst>
              <a:ext uri="{FF2B5EF4-FFF2-40B4-BE49-F238E27FC236}">
                <a16:creationId xmlns:a16="http://schemas.microsoft.com/office/drawing/2014/main" id="{974E1595-A81A-1E52-AAE8-D2DBC7A027C2}"/>
              </a:ext>
            </a:extLst>
          </p:cNvPr>
          <p:cNvSpPr>
            <a:spLocks noGrp="1"/>
          </p:cNvSpPr>
          <p:nvPr>
            <p:ph type="ftr" sz="quarter" idx="11"/>
          </p:nvPr>
        </p:nvSpPr>
        <p:spPr/>
        <p:txBody>
          <a:bodyPr/>
          <a:lstStyle/>
          <a:p>
            <a:r>
              <a:rPr lang="en-US" altLang="zh-CN"/>
              <a:t>Sample Footer Text</a:t>
            </a:r>
          </a:p>
        </p:txBody>
      </p:sp>
      <p:sp>
        <p:nvSpPr>
          <p:cNvPr id="21" name="Slide Number Placeholder 20">
            <a:extLst>
              <a:ext uri="{FF2B5EF4-FFF2-40B4-BE49-F238E27FC236}">
                <a16:creationId xmlns:a16="http://schemas.microsoft.com/office/drawing/2014/main" id="{72E19276-C47C-E9F4-D239-56927281C561}"/>
              </a:ext>
            </a:extLst>
          </p:cNvPr>
          <p:cNvSpPr>
            <a:spLocks noGrp="1"/>
          </p:cNvSpPr>
          <p:nvPr>
            <p:ph type="sldNum" sz="half" idx="12"/>
          </p:nvPr>
        </p:nvSpPr>
        <p:spPr/>
        <p:txBody>
          <a:bodyPr/>
          <a:lstStyle/>
          <a:p>
            <a:fld id="{53642C38-124F-4CC4-99D8-72838B5B5271}" type="slidenum">
              <a:rPr lang="en-US" altLang="zh-CN" smtClean="0"/>
              <a:pPr/>
              <a:t>‹#›</a:t>
            </a:fld>
            <a:endParaRPr lang="en-US" altLang="zh-CN"/>
          </a:p>
        </p:txBody>
      </p:sp>
      <p:sp>
        <p:nvSpPr>
          <p:cNvPr id="6" name="Freeform 3">
            <a:extLst>
              <a:ext uri="{FF2B5EF4-FFF2-40B4-BE49-F238E27FC236}">
                <a16:creationId xmlns:a16="http://schemas.microsoft.com/office/drawing/2014/main" id="{0EB1EA01-7484-3B83-FC1C-4E2EF8B34920}"/>
              </a:ext>
              <a:ext uri="{C183D7F6-B498-43B3-948B-1728B52AA6E4}">
                <adec:decorative xmlns:adec="http://schemas.microsoft.com/office/drawing/2017/decorative" val="1"/>
              </a:ext>
            </a:extLst>
          </p:cNvPr>
          <p:cNvSpPr/>
          <p:nvPr userDrawn="1"/>
        </p:nvSpPr>
        <p:spPr>
          <a:xfrm rot="10800000" flipH="1" flipV="1">
            <a:off x="11762288" y="643199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7" name="Freeform 16">
            <a:extLst>
              <a:ext uri="{FF2B5EF4-FFF2-40B4-BE49-F238E27FC236}">
                <a16:creationId xmlns:a16="http://schemas.microsoft.com/office/drawing/2014/main" id="{323DC105-DFF8-5F1B-F380-BF0A67266947}"/>
              </a:ext>
              <a:ext uri="{C183D7F6-B498-43B3-948B-1728B52AA6E4}">
                <adec:decorative xmlns:adec="http://schemas.microsoft.com/office/drawing/2017/decorative" val="1"/>
              </a:ext>
            </a:extLst>
          </p:cNvPr>
          <p:cNvSpPr/>
          <p:nvPr userDrawn="1"/>
        </p:nvSpPr>
        <p:spPr>
          <a:xfrm rot="10800000" flipH="1" flipV="1">
            <a:off x="11335170" y="6003283"/>
            <a:ext cx="427764" cy="428710"/>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
        <p:nvSpPr>
          <p:cNvPr id="22" name="Freeform 3">
            <a:extLst>
              <a:ext uri="{FF2B5EF4-FFF2-40B4-BE49-F238E27FC236}">
                <a16:creationId xmlns:a16="http://schemas.microsoft.com/office/drawing/2014/main" id="{62DAC594-AD47-415E-86E0-31A1DD15E855}"/>
              </a:ext>
              <a:ext uri="{C183D7F6-B498-43B3-948B-1728B52AA6E4}">
                <adec:decorative xmlns:adec="http://schemas.microsoft.com/office/drawing/2017/decorative" val="1"/>
              </a:ext>
            </a:extLst>
          </p:cNvPr>
          <p:cNvSpPr/>
          <p:nvPr userDrawn="1"/>
        </p:nvSpPr>
        <p:spPr>
          <a:xfrm rot="10800000">
            <a:off x="-3"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accent1">
              <a:lumMod val="75000"/>
            </a:schemeClr>
          </a:solidFill>
        </p:spPr>
        <p:txBody>
          <a:bodyPr/>
          <a:lstStyle/>
          <a:p>
            <a:endParaRPr lang="zh-CN" altLang="en-US" sz="800"/>
          </a:p>
        </p:txBody>
      </p:sp>
      <p:sp>
        <p:nvSpPr>
          <p:cNvPr id="23" name="Freeform 16">
            <a:extLst>
              <a:ext uri="{FF2B5EF4-FFF2-40B4-BE49-F238E27FC236}">
                <a16:creationId xmlns:a16="http://schemas.microsoft.com/office/drawing/2014/main" id="{306EBC57-7C1A-9AEC-B52A-63C69BA6514F}"/>
              </a:ext>
              <a:ext uri="{C183D7F6-B498-43B3-948B-1728B52AA6E4}">
                <adec:decorative xmlns:adec="http://schemas.microsoft.com/office/drawing/2017/decorative" val="1"/>
              </a:ext>
            </a:extLst>
          </p:cNvPr>
          <p:cNvSpPr/>
          <p:nvPr userDrawn="1"/>
        </p:nvSpPr>
        <p:spPr>
          <a:xfrm rot="10800000">
            <a:off x="429059"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accent1">
              <a:lumMod val="50000"/>
            </a:schemeClr>
          </a:solidFill>
        </p:spPr>
        <p:txBody>
          <a:bodyPr/>
          <a:lstStyle/>
          <a:p>
            <a:endParaRPr lang="zh-CN" altLang="en-US" sz="800"/>
          </a:p>
        </p:txBody>
      </p:sp>
    </p:spTree>
    <p:extLst>
      <p:ext uri="{BB962C8B-B14F-4D97-AF65-F5344CB8AC3E}">
        <p14:creationId xmlns:p14="http://schemas.microsoft.com/office/powerpoint/2010/main" val="282897571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Conclusion">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7175" y="831919"/>
            <a:ext cx="7342307" cy="1791217"/>
          </a:xfrm>
          <a:prstGeom prst="rect">
            <a:avLst/>
          </a:prstGeom>
        </p:spPr>
        <p:txBody>
          <a:bodyPr lIns="0" tIns="0" rIns="0" bIns="0" anchor="b">
            <a:noAutofit/>
          </a:bodyPr>
          <a:lstStyle>
            <a:lvl1pPr>
              <a:defRPr sz="6000">
                <a:solidFill>
                  <a:schemeClr val="tx1"/>
                </a:solidFill>
              </a:defRPr>
            </a:lvl1pPr>
          </a:lstStyle>
          <a:p>
            <a:r>
              <a:rPr lang="en-US"/>
              <a:t>Click to edit Master title style</a:t>
            </a:r>
          </a:p>
        </p:txBody>
      </p:sp>
      <p:sp>
        <p:nvSpPr>
          <p:cNvPr id="4" name="Content Placeholder 6">
            <a:extLst>
              <a:ext uri="{FF2B5EF4-FFF2-40B4-BE49-F238E27FC236}">
                <a16:creationId xmlns:a16="http://schemas.microsoft.com/office/drawing/2014/main" id="{BD1D85E0-4E77-E90F-B8F2-FDEFE8283751}"/>
              </a:ext>
            </a:extLst>
          </p:cNvPr>
          <p:cNvSpPr>
            <a:spLocks noGrp="1"/>
          </p:cNvSpPr>
          <p:nvPr>
            <p:ph sz="quarter" idx="18"/>
          </p:nvPr>
        </p:nvSpPr>
        <p:spPr>
          <a:xfrm>
            <a:off x="847175" y="2847974"/>
            <a:ext cx="10435887" cy="3281364"/>
          </a:xfrm>
        </p:spPr>
        <p:txBody>
          <a:bodyPr lIns="0" tIns="0" rIns="0" bIns="0">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F9557D1C-CDC2-0E5D-67EA-B14368C82AC1}"/>
              </a:ext>
            </a:extLst>
          </p:cNvPr>
          <p:cNvSpPr>
            <a:spLocks noGrp="1"/>
          </p:cNvSpPr>
          <p:nvPr>
            <p:ph type="dt" sz="half" idx="14"/>
          </p:nvPr>
        </p:nvSpPr>
        <p:spPr/>
        <p:txBody>
          <a:bodyPr/>
          <a:lstStyle/>
          <a:p>
            <a:r>
              <a:rPr lang="en-US" altLang="zh-CN"/>
              <a:t>03/12/2025</a:t>
            </a:r>
          </a:p>
        </p:txBody>
      </p:sp>
      <p:sp>
        <p:nvSpPr>
          <p:cNvPr id="10" name="Footer Placeholder 9">
            <a:extLst>
              <a:ext uri="{FF2B5EF4-FFF2-40B4-BE49-F238E27FC236}">
                <a16:creationId xmlns:a16="http://schemas.microsoft.com/office/drawing/2014/main" id="{C60D4B17-6359-315B-E9E9-E55BB02E1566}"/>
              </a:ext>
            </a:extLst>
          </p:cNvPr>
          <p:cNvSpPr>
            <a:spLocks noGrp="1"/>
          </p:cNvSpPr>
          <p:nvPr>
            <p:ph type="ftr" sz="quarter" idx="15"/>
          </p:nvPr>
        </p:nvSpPr>
        <p:spPr/>
        <p:txBody>
          <a:bodyPr/>
          <a:lstStyle/>
          <a:p>
            <a:r>
              <a:rPr lang="en-US" altLang="zh-CN"/>
              <a:t>Sample Footer Text</a:t>
            </a:r>
          </a:p>
        </p:txBody>
      </p:sp>
      <p:sp>
        <p:nvSpPr>
          <p:cNvPr id="11" name="Slide Number Placeholder 10">
            <a:extLst>
              <a:ext uri="{FF2B5EF4-FFF2-40B4-BE49-F238E27FC236}">
                <a16:creationId xmlns:a16="http://schemas.microsoft.com/office/drawing/2014/main" id="{71013EED-67B4-03D8-79CD-3FC93A0C4C15}"/>
              </a:ext>
            </a:extLst>
          </p:cNvPr>
          <p:cNvSpPr>
            <a:spLocks noGrp="1"/>
          </p:cNvSpPr>
          <p:nvPr>
            <p:ph type="sldNum" sz="half" idx="16"/>
          </p:nvPr>
        </p:nvSpPr>
        <p:spPr/>
        <p:txBody>
          <a:bodyPr/>
          <a:lstStyle/>
          <a:p>
            <a:fld id="{53642C38-124F-4CC4-99D8-72838B5B5271}" type="slidenum">
              <a:rPr lang="en-US" altLang="zh-CN" smtClean="0"/>
              <a:pPr/>
              <a:t>‹#›</a:t>
            </a:fld>
            <a:endParaRPr lang="en-US" altLang="zh-CN"/>
          </a:p>
        </p:txBody>
      </p:sp>
      <p:sp>
        <p:nvSpPr>
          <p:cNvPr id="5" name="Freeform 3">
            <a:extLst>
              <a:ext uri="{FF2B5EF4-FFF2-40B4-BE49-F238E27FC236}">
                <a16:creationId xmlns:a16="http://schemas.microsoft.com/office/drawing/2014/main" id="{D98746BD-760E-A84C-738A-E2024BE7BAD2}"/>
              </a:ext>
              <a:ext uri="{C183D7F6-B498-43B3-948B-1728B52AA6E4}">
                <adec:decorative xmlns:adec="http://schemas.microsoft.com/office/drawing/2017/decorative" val="1"/>
              </a:ext>
            </a:extLst>
          </p:cNvPr>
          <p:cNvSpPr/>
          <p:nvPr userDrawn="1"/>
        </p:nvSpPr>
        <p:spPr>
          <a:xfrm rot="10800000" flipH="1">
            <a:off x="11762291" y="-3"/>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tx1"/>
          </a:solidFill>
        </p:spPr>
        <p:txBody>
          <a:bodyPr/>
          <a:lstStyle/>
          <a:p>
            <a:endParaRPr lang="zh-CN" altLang="en-US" sz="800"/>
          </a:p>
        </p:txBody>
      </p:sp>
      <p:sp>
        <p:nvSpPr>
          <p:cNvPr id="6" name="Freeform 16">
            <a:extLst>
              <a:ext uri="{FF2B5EF4-FFF2-40B4-BE49-F238E27FC236}">
                <a16:creationId xmlns:a16="http://schemas.microsoft.com/office/drawing/2014/main" id="{7A92588C-728C-AC98-0CBB-CDC6D0958025}"/>
              </a:ext>
              <a:ext uri="{C183D7F6-B498-43B3-948B-1728B52AA6E4}">
                <adec:decorative xmlns:adec="http://schemas.microsoft.com/office/drawing/2017/decorative" val="1"/>
              </a:ext>
            </a:extLst>
          </p:cNvPr>
          <p:cNvSpPr/>
          <p:nvPr userDrawn="1"/>
        </p:nvSpPr>
        <p:spPr>
          <a:xfrm rot="10800000" flipH="1">
            <a:off x="11335174" y="426001"/>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tx1">
              <a:lumMod val="95000"/>
            </a:schemeClr>
          </a:solidFill>
        </p:spPr>
        <p:txBody>
          <a:bodyPr/>
          <a:lstStyle/>
          <a:p>
            <a:endParaRPr lang="zh-CN" altLang="en-US" sz="800"/>
          </a:p>
        </p:txBody>
      </p:sp>
    </p:spTree>
    <p:extLst>
      <p:ext uri="{BB962C8B-B14F-4D97-AF65-F5344CB8AC3E}">
        <p14:creationId xmlns:p14="http://schemas.microsoft.com/office/powerpoint/2010/main" val="2319525465"/>
      </p:ext>
    </p:extLst>
  </p:cSld>
  <p:clrMapOvr>
    <a:overrideClrMapping bg1="dk1" tx1="lt1" bg2="dk2" tx2="lt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Conclusion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57225" y="4251456"/>
            <a:ext cx="10861675" cy="1842020"/>
          </a:xfrm>
          <a:prstGeom prst="rect">
            <a:avLst/>
          </a:prstGeom>
        </p:spPr>
        <p:txBody>
          <a:bodyPr lIns="0" tIns="0" rIns="0" bIns="0" anchor="b">
            <a:noAutofit/>
          </a:bodyPr>
          <a:lstStyle>
            <a:lvl1pPr>
              <a:defRPr sz="6000">
                <a:solidFill>
                  <a:schemeClr val="tx1"/>
                </a:solidFill>
              </a:defRPr>
            </a:lvl1pPr>
          </a:lstStyle>
          <a:p>
            <a:r>
              <a:rPr lang="en-US"/>
              <a:t>Click to edit Master title style</a:t>
            </a:r>
          </a:p>
        </p:txBody>
      </p:sp>
      <p:sp>
        <p:nvSpPr>
          <p:cNvPr id="4" name="Content Placeholder 6">
            <a:extLst>
              <a:ext uri="{FF2B5EF4-FFF2-40B4-BE49-F238E27FC236}">
                <a16:creationId xmlns:a16="http://schemas.microsoft.com/office/drawing/2014/main" id="{319336D0-54B4-2AA8-29AE-C4D3A2D19714}"/>
              </a:ext>
            </a:extLst>
          </p:cNvPr>
          <p:cNvSpPr>
            <a:spLocks noGrp="1"/>
          </p:cNvSpPr>
          <p:nvPr>
            <p:ph sz="quarter" idx="18"/>
          </p:nvPr>
        </p:nvSpPr>
        <p:spPr>
          <a:xfrm>
            <a:off x="7625462" y="1028700"/>
            <a:ext cx="3657600" cy="2400300"/>
          </a:xfrm>
        </p:spPr>
        <p:txBody>
          <a:bodyPr lIns="0" tIns="0" rIns="0" bIns="0">
            <a:noAutofit/>
          </a:bodyPr>
          <a:lstStyle>
            <a:lvl1pPr marL="0" indent="0">
              <a:buNone/>
              <a:defRPr sz="1400">
                <a:solidFill>
                  <a:schemeClr val="tx1"/>
                </a:solidFill>
              </a:defRPr>
            </a:lvl1pPr>
            <a:lvl2pPr marL="228600" indent="0">
              <a:buNone/>
              <a:defRPr sz="1200">
                <a:solidFill>
                  <a:schemeClr val="tx1"/>
                </a:solidFill>
              </a:defRPr>
            </a:lvl2pPr>
            <a:lvl3pPr marL="457200" indent="0">
              <a:buNone/>
              <a:defRPr sz="1100">
                <a:solidFill>
                  <a:schemeClr val="tx1"/>
                </a:solidFill>
              </a:defRPr>
            </a:lvl3pPr>
            <a:lvl4pPr marL="685800" indent="0">
              <a:buNone/>
              <a:defRPr sz="1050">
                <a:solidFill>
                  <a:schemeClr val="tx1"/>
                </a:solidFill>
              </a:defRPr>
            </a:lvl4pPr>
            <a:lvl5pPr marL="914400" indent="0">
              <a:buNone/>
              <a:defRPr sz="1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04DCB7DA-9AEE-6FA1-087D-DA71265B9DC9}"/>
              </a:ext>
            </a:extLst>
          </p:cNvPr>
          <p:cNvSpPr>
            <a:spLocks noGrp="1"/>
          </p:cNvSpPr>
          <p:nvPr>
            <p:ph type="dt" sz="half" idx="15"/>
          </p:nvPr>
        </p:nvSpPr>
        <p:spPr/>
        <p:txBody>
          <a:bodyPr/>
          <a:lstStyle/>
          <a:p>
            <a:r>
              <a:rPr lang="en-US" altLang="zh-CN"/>
              <a:t>03/12/2025</a:t>
            </a:r>
          </a:p>
        </p:txBody>
      </p:sp>
      <p:sp>
        <p:nvSpPr>
          <p:cNvPr id="10" name="Footer Placeholder 9">
            <a:extLst>
              <a:ext uri="{FF2B5EF4-FFF2-40B4-BE49-F238E27FC236}">
                <a16:creationId xmlns:a16="http://schemas.microsoft.com/office/drawing/2014/main" id="{8127E333-BC16-126E-3672-5F9DE9B4CF09}"/>
              </a:ext>
            </a:extLst>
          </p:cNvPr>
          <p:cNvSpPr>
            <a:spLocks noGrp="1"/>
          </p:cNvSpPr>
          <p:nvPr>
            <p:ph type="ftr" sz="quarter" idx="16"/>
          </p:nvPr>
        </p:nvSpPr>
        <p:spPr/>
        <p:txBody>
          <a:bodyPr/>
          <a:lstStyle/>
          <a:p>
            <a:r>
              <a:rPr lang="en-US" altLang="zh-CN"/>
              <a:t>Sample Footer Text</a:t>
            </a:r>
          </a:p>
        </p:txBody>
      </p:sp>
      <p:sp>
        <p:nvSpPr>
          <p:cNvPr id="11" name="Slide Number Placeholder 10">
            <a:extLst>
              <a:ext uri="{FF2B5EF4-FFF2-40B4-BE49-F238E27FC236}">
                <a16:creationId xmlns:a16="http://schemas.microsoft.com/office/drawing/2014/main" id="{142A9DAD-A20E-2993-8C88-487838E87FA0}"/>
              </a:ext>
            </a:extLst>
          </p:cNvPr>
          <p:cNvSpPr>
            <a:spLocks noGrp="1"/>
          </p:cNvSpPr>
          <p:nvPr>
            <p:ph type="sldNum" sz="half" idx="17"/>
          </p:nvPr>
        </p:nvSpPr>
        <p:spPr/>
        <p:txBody>
          <a:bodyPr/>
          <a:lstStyle/>
          <a:p>
            <a:fld id="{53642C38-124F-4CC4-99D8-72838B5B5271}" type="slidenum">
              <a:rPr lang="en-US" altLang="zh-CN" smtClean="0"/>
              <a:pPr/>
              <a:t>‹#›</a:t>
            </a:fld>
            <a:endParaRPr lang="en-US" altLang="zh-CN"/>
          </a:p>
        </p:txBody>
      </p:sp>
      <p:sp>
        <p:nvSpPr>
          <p:cNvPr id="5" name="Freeform 3">
            <a:extLst>
              <a:ext uri="{FF2B5EF4-FFF2-40B4-BE49-F238E27FC236}">
                <a16:creationId xmlns:a16="http://schemas.microsoft.com/office/drawing/2014/main" id="{F08EE525-BA35-6816-DAD0-0CA759D8BCC6}"/>
              </a:ext>
              <a:ext uri="{C183D7F6-B498-43B3-948B-1728B52AA6E4}">
                <adec:decorative xmlns:adec="http://schemas.microsoft.com/office/drawing/2017/decorative" val="1"/>
              </a:ext>
            </a:extLst>
          </p:cNvPr>
          <p:cNvSpPr/>
          <p:nvPr userDrawn="1"/>
        </p:nvSpPr>
        <p:spPr>
          <a:xfrm rot="10800000" flipV="1">
            <a:off x="11335174" y="428708"/>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tx1">
              <a:lumMod val="95000"/>
            </a:schemeClr>
          </a:solidFill>
        </p:spPr>
        <p:txBody>
          <a:bodyPr/>
          <a:lstStyle/>
          <a:p>
            <a:endParaRPr lang="zh-CN" altLang="en-US" sz="800"/>
          </a:p>
        </p:txBody>
      </p:sp>
      <p:sp>
        <p:nvSpPr>
          <p:cNvPr id="6" name="Freeform 16">
            <a:extLst>
              <a:ext uri="{FF2B5EF4-FFF2-40B4-BE49-F238E27FC236}">
                <a16:creationId xmlns:a16="http://schemas.microsoft.com/office/drawing/2014/main" id="{30CC9933-AFEE-4AFD-2132-FF5A8D51544E}"/>
              </a:ext>
              <a:ext uri="{C183D7F6-B498-43B3-948B-1728B52AA6E4}">
                <adec:decorative xmlns:adec="http://schemas.microsoft.com/office/drawing/2017/decorative" val="1"/>
              </a:ext>
            </a:extLst>
          </p:cNvPr>
          <p:cNvSpPr/>
          <p:nvPr userDrawn="1"/>
        </p:nvSpPr>
        <p:spPr>
          <a:xfrm rot="10800000" flipV="1">
            <a:off x="11764236" y="-3"/>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tx1"/>
          </a:solidFill>
        </p:spPr>
        <p:txBody>
          <a:bodyPr/>
          <a:lstStyle/>
          <a:p>
            <a:endParaRPr lang="zh-CN" altLang="en-US" sz="800"/>
          </a:p>
        </p:txBody>
      </p:sp>
    </p:spTree>
    <p:extLst>
      <p:ext uri="{BB962C8B-B14F-4D97-AF65-F5344CB8AC3E}">
        <p14:creationId xmlns:p14="http://schemas.microsoft.com/office/powerpoint/2010/main" val="1462893661"/>
      </p:ext>
    </p:extLst>
  </p:cSld>
  <p:clrMapOvr>
    <a:overrideClrMapping bg1="dk1" tx1="lt1" bg2="dk2" tx2="lt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Closing">
    <p:bg>
      <p:bgPr>
        <a:solidFill>
          <a:schemeClr val="accent1">
            <a:lumMod val="75000"/>
          </a:schemeClr>
        </a:solidFill>
        <a:effectLst/>
      </p:bgPr>
    </p:bg>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C18412-3738-E9A2-F4DD-CDD60FBC7FAD}"/>
              </a:ext>
            </a:extLst>
          </p:cNvPr>
          <p:cNvSpPr>
            <a:spLocks noGrp="1"/>
          </p:cNvSpPr>
          <p:nvPr>
            <p:ph type="dt" sz="half" idx="23"/>
          </p:nvPr>
        </p:nvSpPr>
        <p:spPr/>
        <p:txBody>
          <a:bodyPr/>
          <a:lstStyle>
            <a:lvl1pPr>
              <a:defRPr>
                <a:solidFill>
                  <a:schemeClr val="bg1"/>
                </a:solidFill>
              </a:defRPr>
            </a:lvl1pPr>
          </a:lstStyle>
          <a:p>
            <a:r>
              <a:rPr lang="en-US" altLang="zh-CN"/>
              <a:t>03/12/2025</a:t>
            </a:r>
          </a:p>
        </p:txBody>
      </p:sp>
      <p:sp>
        <p:nvSpPr>
          <p:cNvPr id="8" name="Footer Placeholder 7">
            <a:extLst>
              <a:ext uri="{FF2B5EF4-FFF2-40B4-BE49-F238E27FC236}">
                <a16:creationId xmlns:a16="http://schemas.microsoft.com/office/drawing/2014/main" id="{D60B346E-048F-3002-6F84-0D7265B6FCE8}"/>
              </a:ext>
            </a:extLst>
          </p:cNvPr>
          <p:cNvSpPr>
            <a:spLocks noGrp="1"/>
          </p:cNvSpPr>
          <p:nvPr>
            <p:ph type="ftr" sz="quarter" idx="24"/>
          </p:nvPr>
        </p:nvSpPr>
        <p:spPr/>
        <p:txBody>
          <a:bodyPr/>
          <a:lstStyle>
            <a:lvl1pPr>
              <a:defRPr>
                <a:solidFill>
                  <a:schemeClr val="bg1"/>
                </a:solidFill>
              </a:defRPr>
            </a:lvl1pPr>
          </a:lstStyle>
          <a:p>
            <a:r>
              <a:rPr lang="en-US" altLang="zh-CN"/>
              <a:t>Sample Footer Text</a:t>
            </a:r>
          </a:p>
        </p:txBody>
      </p:sp>
      <p:sp>
        <p:nvSpPr>
          <p:cNvPr id="9" name="Slide Number Placeholder 8">
            <a:extLst>
              <a:ext uri="{FF2B5EF4-FFF2-40B4-BE49-F238E27FC236}">
                <a16:creationId xmlns:a16="http://schemas.microsoft.com/office/drawing/2014/main" id="{1B6566DC-DD77-AECA-A19F-397663A3DADC}"/>
              </a:ext>
            </a:extLst>
          </p:cNvPr>
          <p:cNvSpPr>
            <a:spLocks noGrp="1"/>
          </p:cNvSpPr>
          <p:nvPr>
            <p:ph type="sldNum" sz="half" idx="25"/>
          </p:nvPr>
        </p:nvSpPr>
        <p:spPr/>
        <p:txBody>
          <a:bodyPr/>
          <a:lstStyle>
            <a:lvl1pPr>
              <a:defRPr>
                <a:solidFill>
                  <a:schemeClr val="bg1"/>
                </a:solidFill>
              </a:defRPr>
            </a:lvl1pPr>
          </a:lstStyle>
          <a:p>
            <a:fld id="{53642C38-124F-4CC4-99D8-72838B5B5271}" type="slidenum">
              <a:rPr lang="en-US" altLang="zh-CN" smtClean="0"/>
              <a:pPr/>
              <a:t>‹#›</a:t>
            </a:fld>
            <a:endParaRPr lang="en-US" altLang="zh-CN"/>
          </a:p>
        </p:txBody>
      </p:sp>
      <p:sp>
        <p:nvSpPr>
          <p:cNvPr id="3" name="Title 1">
            <a:extLst>
              <a:ext uri="{FF2B5EF4-FFF2-40B4-BE49-F238E27FC236}">
                <a16:creationId xmlns:a16="http://schemas.microsoft.com/office/drawing/2014/main" id="{F8674A01-4078-B7D5-B0F6-A66942F0BB1E}"/>
              </a:ext>
            </a:extLst>
          </p:cNvPr>
          <p:cNvSpPr>
            <a:spLocks noGrp="1"/>
          </p:cNvSpPr>
          <p:nvPr>
            <p:ph type="title"/>
          </p:nvPr>
        </p:nvSpPr>
        <p:spPr>
          <a:xfrm>
            <a:off x="657225" y="4251456"/>
            <a:ext cx="10861675" cy="1842020"/>
          </a:xfrm>
          <a:prstGeom prst="rect">
            <a:avLst/>
          </a:prstGeom>
        </p:spPr>
        <p:txBody>
          <a:bodyPr lIns="0" tIns="0" rIns="0" bIns="0" anchor="b">
            <a:noAutofit/>
          </a:bodyPr>
          <a:lstStyle>
            <a:lvl1pPr>
              <a:defRPr sz="6000">
                <a:solidFill>
                  <a:schemeClr val="bg1"/>
                </a:solidFill>
              </a:defRPr>
            </a:lvl1pPr>
          </a:lstStyle>
          <a:p>
            <a:r>
              <a:rPr lang="en-US"/>
              <a:t>Click to edit Master title style</a:t>
            </a:r>
          </a:p>
        </p:txBody>
      </p:sp>
      <p:sp>
        <p:nvSpPr>
          <p:cNvPr id="6" name="Freeform 3">
            <a:extLst>
              <a:ext uri="{FF2B5EF4-FFF2-40B4-BE49-F238E27FC236}">
                <a16:creationId xmlns:a16="http://schemas.microsoft.com/office/drawing/2014/main" id="{07B67F74-84C3-4C87-39A2-F4160715DC28}"/>
              </a:ext>
              <a:ext uri="{C183D7F6-B498-43B3-948B-1728B52AA6E4}">
                <adec:decorative xmlns:adec="http://schemas.microsoft.com/office/drawing/2017/decorative" val="1"/>
              </a:ext>
            </a:extLst>
          </p:cNvPr>
          <p:cNvSpPr/>
          <p:nvPr userDrawn="1"/>
        </p:nvSpPr>
        <p:spPr>
          <a:xfrm rot="10800000" flipV="1">
            <a:off x="11335174" y="428708"/>
            <a:ext cx="429709" cy="426004"/>
          </a:xfrm>
          <a:custGeom>
            <a:avLst/>
            <a:gdLst/>
            <a:ahLst/>
            <a:cxnLst/>
            <a:rect l="l" t="t" r="r" b="b"/>
            <a:pathLst>
              <a:path w="3255685" h="3136141">
                <a:moveTo>
                  <a:pt x="0" y="0"/>
                </a:moveTo>
                <a:lnTo>
                  <a:pt x="3255685" y="0"/>
                </a:lnTo>
                <a:lnTo>
                  <a:pt x="3255685" y="3136141"/>
                </a:lnTo>
                <a:lnTo>
                  <a:pt x="0" y="3136141"/>
                </a:lnTo>
                <a:close/>
              </a:path>
            </a:pathLst>
          </a:custGeom>
          <a:solidFill>
            <a:schemeClr val="bg1">
              <a:lumMod val="95000"/>
            </a:schemeClr>
          </a:solidFill>
        </p:spPr>
        <p:txBody>
          <a:bodyPr/>
          <a:lstStyle/>
          <a:p>
            <a:endParaRPr lang="zh-CN" altLang="en-US" sz="800"/>
          </a:p>
        </p:txBody>
      </p:sp>
      <p:sp>
        <p:nvSpPr>
          <p:cNvPr id="10" name="Freeform 16">
            <a:extLst>
              <a:ext uri="{FF2B5EF4-FFF2-40B4-BE49-F238E27FC236}">
                <a16:creationId xmlns:a16="http://schemas.microsoft.com/office/drawing/2014/main" id="{C8F16829-F829-2546-91E9-CE7CD44D7C61}"/>
              </a:ext>
              <a:ext uri="{C183D7F6-B498-43B3-948B-1728B52AA6E4}">
                <adec:decorative xmlns:adec="http://schemas.microsoft.com/office/drawing/2017/decorative" val="1"/>
              </a:ext>
            </a:extLst>
          </p:cNvPr>
          <p:cNvSpPr/>
          <p:nvPr userDrawn="1"/>
        </p:nvSpPr>
        <p:spPr>
          <a:xfrm rot="10800000" flipV="1">
            <a:off x="11764236" y="-3"/>
            <a:ext cx="427764" cy="428711"/>
          </a:xfrm>
          <a:custGeom>
            <a:avLst/>
            <a:gdLst/>
            <a:ahLst/>
            <a:cxnLst/>
            <a:rect l="l" t="t" r="r" b="b"/>
            <a:pathLst>
              <a:path w="646107" h="656644">
                <a:moveTo>
                  <a:pt x="0" y="0"/>
                </a:moveTo>
                <a:lnTo>
                  <a:pt x="646107" y="0"/>
                </a:lnTo>
                <a:lnTo>
                  <a:pt x="646107" y="656644"/>
                </a:lnTo>
                <a:lnTo>
                  <a:pt x="0" y="656644"/>
                </a:lnTo>
                <a:close/>
              </a:path>
            </a:pathLst>
          </a:custGeom>
          <a:solidFill>
            <a:schemeClr val="bg1"/>
          </a:solidFill>
        </p:spPr>
        <p:txBody>
          <a:bodyPr/>
          <a:lstStyle/>
          <a:p>
            <a:endParaRPr lang="zh-CN" altLang="en-US" sz="800">
              <a:solidFill>
                <a:schemeClr val="bg1"/>
              </a:solidFill>
            </a:endParaRPr>
          </a:p>
        </p:txBody>
      </p:sp>
    </p:spTree>
    <p:extLst>
      <p:ext uri="{BB962C8B-B14F-4D97-AF65-F5344CB8AC3E}">
        <p14:creationId xmlns:p14="http://schemas.microsoft.com/office/powerpoint/2010/main" val="3193046760"/>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ltLang="zh-CN"/>
              <a:t>01/23/2025</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ltLang="zh-CN"/>
              <a:t>Sample Footer Text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3642C38-124F-4CC4-99D8-72838B5B5271}" type="slidenum">
              <a:rPr lang="en-US" altLang="zh-CN" smtClean="0"/>
              <a:pPr/>
              <a:t>‹#›</a:t>
            </a:fld>
            <a:endParaRPr lang="en-US" altLang="zh-CN"/>
          </a:p>
        </p:txBody>
      </p:sp>
    </p:spTree>
    <p:extLst>
      <p:ext uri="{BB962C8B-B14F-4D97-AF65-F5344CB8AC3E}">
        <p14:creationId xmlns:p14="http://schemas.microsoft.com/office/powerpoint/2010/main" val="2339071945"/>
      </p:ext>
    </p:extLst>
  </p:cSld>
  <p:clrMap bg1="lt1" tx1="dk1" bg2="lt2" tx2="dk2" accent1="accent1" accent2="accent2" accent3="accent3" accent4="accent4" accent5="accent5" accent6="accent6" hlink="hlink" folHlink="folHlink"/>
  <p:sldLayoutIdLst>
    <p:sldLayoutId id="2147484458" r:id="rId1"/>
    <p:sldLayoutId id="2147484459" r:id="rId2"/>
    <p:sldLayoutId id="2147484460" r:id="rId3"/>
    <p:sldLayoutId id="2147484461" r:id="rId4"/>
    <p:sldLayoutId id="2147484462" r:id="rId5"/>
    <p:sldLayoutId id="2147484463" r:id="rId6"/>
    <p:sldLayoutId id="2147484464" r:id="rId7"/>
    <p:sldLayoutId id="2147484465" r:id="rId8"/>
    <p:sldLayoutId id="2147484466" r:id="rId9"/>
    <p:sldLayoutId id="2147484467" r:id="rId10"/>
    <p:sldLayoutId id="2147484468" r:id="rId11"/>
    <p:sldLayoutId id="2147484469" r:id="rId12"/>
    <p:sldLayoutId id="2147484470" r:id="rId13"/>
    <p:sldLayoutId id="2147484480" r:id="rId14"/>
    <p:sldLayoutId id="2147484483" r:id="rId15"/>
    <p:sldLayoutId id="2147483715" r:id="rId16"/>
    <p:sldLayoutId id="2147483720" r:id="rId17"/>
    <p:sldLayoutId id="2147483707" r:id="rId18"/>
    <p:sldLayoutId id="2147483712" r:id="rId19"/>
    <p:sldLayoutId id="2147483721" r:id="rId20"/>
    <p:sldLayoutId id="2147483714" r:id="rId21"/>
    <p:sldLayoutId id="2147483722" r:id="rId22"/>
    <p:sldLayoutId id="2147483723" r:id="rId23"/>
    <p:sldLayoutId id="2147483719" r:id="rId24"/>
    <p:sldLayoutId id="2147483731" r:id="rId25"/>
    <p:sldLayoutId id="2147483732" r:id="rId26"/>
    <p:sldLayoutId id="2147483665" r:id="rId27"/>
    <p:sldLayoutId id="2147483666" r:id="rId28"/>
    <p:sldLayoutId id="2147483667" r:id="rId29"/>
    <p:sldLayoutId id="2147483668" r:id="rId30"/>
    <p:sldLayoutId id="2147483669" r:id="rId31"/>
    <p:sldLayoutId id="2147483670" r:id="rId32"/>
    <p:sldLayoutId id="2147483671" r:id="rId33"/>
    <p:sldLayoutId id="2147483672" r:id="rId34"/>
    <p:sldLayoutId id="2147483673" r:id="rId35"/>
    <p:sldLayoutId id="2147483674" r:id="rId36"/>
    <p:sldLayoutId id="2147483675" r:id="rId37"/>
    <p:sldLayoutId id="2147483676" r:id="rId38"/>
    <p:sldLayoutId id="2147483677" r:id="rId39"/>
    <p:sldLayoutId id="2147483678" r:id="rId40"/>
    <p:sldLayoutId id="2147483679" r:id="rId41"/>
    <p:sldLayoutId id="2147483680" r:id="rId42"/>
    <p:sldLayoutId id="2147483681" r:id="rId43"/>
    <p:sldLayoutId id="2147483682" r:id="rId44"/>
    <p:sldLayoutId id="2147483683" r:id="rId45"/>
    <p:sldLayoutId id="2147483684" r:id="rId46"/>
    <p:sldLayoutId id="2147483685" r:id="rId47"/>
    <p:sldLayoutId id="2147483686" r:id="rId48"/>
    <p:sldLayoutId id="2147483687" r:id="rId49"/>
    <p:sldLayoutId id="2147483688" r:id="rId50"/>
    <p:sldLayoutId id="2147483689" r:id="rId51"/>
    <p:sldLayoutId id="2147483692" r:id="rId52"/>
    <p:sldLayoutId id="2147483716" r:id="rId53"/>
    <p:sldLayoutId id="2147483717" r:id="rId54"/>
    <p:sldLayoutId id="2147483693" r:id="rId55"/>
    <p:sldLayoutId id="2147483697" r:id="rId56"/>
    <p:sldLayoutId id="2147483698" r:id="rId57"/>
    <p:sldLayoutId id="2147483699" r:id="rId58"/>
    <p:sldLayoutId id="2147483730" r:id="rId59"/>
    <p:sldLayoutId id="2147483725" r:id="rId60"/>
    <p:sldLayoutId id="2147483733" r:id="rId61"/>
    <p:sldLayoutId id="2147483726" r:id="rId62"/>
    <p:sldLayoutId id="2147483727" r:id="rId63"/>
    <p:sldLayoutId id="2147483724" r:id="rId64"/>
    <p:sldLayoutId id="2147483728" r:id="rId65"/>
    <p:sldLayoutId id="2147483729" r:id="rId66"/>
    <p:sldLayoutId id="2147483701" r:id="rId67"/>
    <p:sldLayoutId id="2147483703" r:id="rId68"/>
    <p:sldLayoutId id="2147483704" r:id="rId69"/>
    <p:sldLayoutId id="2147483661" r:id="rId70"/>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F26B43"/>
          </p15:clr>
        </p15:guide>
        <p15:guide id="2" pos="7256" userDrawn="1">
          <p15:clr>
            <a:srgbClr val="F26B43"/>
          </p15:clr>
        </p15:guide>
        <p15:guide id="3" orient="horz" pos="648" userDrawn="1">
          <p15:clr>
            <a:srgbClr val="F26B43"/>
          </p15:clr>
        </p15:guide>
        <p15:guide id="4" orient="horz" pos="712" userDrawn="1">
          <p15:clr>
            <a:srgbClr val="F26B43"/>
          </p15:clr>
        </p15:guide>
        <p15:guide id="5" orient="horz" pos="3928" userDrawn="1">
          <p15:clr>
            <a:srgbClr val="F26B43"/>
          </p15:clr>
        </p15:guide>
        <p15:guide id="6" orient="horz" pos="3861"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tags" Target="../tags/tag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9.xml"/><Relationship Id="rId5" Type="http://schemas.openxmlformats.org/officeDocument/2006/relationships/image" Target="../media/image4.png"/><Relationship Id="rId4" Type="http://schemas.openxmlformats.org/officeDocument/2006/relationships/image" Target="../media/image3.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s>
</file>

<file path=ppt/slides/_rels/slide5.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jpeg"/><Relationship Id="rId7" Type="http://schemas.openxmlformats.org/officeDocument/2006/relationships/image" Target="../media/image10.svg"/><Relationship Id="rId2" Type="http://schemas.openxmlformats.org/officeDocument/2006/relationships/image" Target="../media/image5.jpeg"/><Relationship Id="rId1" Type="http://schemas.openxmlformats.org/officeDocument/2006/relationships/slideLayout" Target="../slideLayouts/slideLayout29.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jpeg"/></Relationships>
</file>

<file path=ppt/slides/_rels/slide6.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jpeg"/><Relationship Id="rId7" Type="http://schemas.openxmlformats.org/officeDocument/2006/relationships/image" Target="../media/image10.svg"/><Relationship Id="rId2" Type="http://schemas.openxmlformats.org/officeDocument/2006/relationships/image" Target="../media/image5.jpeg"/><Relationship Id="rId1" Type="http://schemas.openxmlformats.org/officeDocument/2006/relationships/slideLayout" Target="../slideLayouts/slideLayout29.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jpe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jpeg"/><Relationship Id="rId7" Type="http://schemas.openxmlformats.org/officeDocument/2006/relationships/image" Target="../media/image10.svg"/><Relationship Id="rId2" Type="http://schemas.openxmlformats.org/officeDocument/2006/relationships/image" Target="../media/image5.jpeg"/><Relationship Id="rId1" Type="http://schemas.openxmlformats.org/officeDocument/2006/relationships/slideLayout" Target="../slideLayouts/slideLayout29.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jpeg"/></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jpeg"/><Relationship Id="rId7" Type="http://schemas.openxmlformats.org/officeDocument/2006/relationships/image" Target="../media/image10.svg"/><Relationship Id="rId2" Type="http://schemas.openxmlformats.org/officeDocument/2006/relationships/image" Target="../media/image5.jpeg"/><Relationship Id="rId1" Type="http://schemas.openxmlformats.org/officeDocument/2006/relationships/slideLayout" Target="../slideLayouts/slideLayout29.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jpeg"/></Relationships>
</file>

<file path=ppt/slides/_rels/slide9.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jpeg"/><Relationship Id="rId7" Type="http://schemas.openxmlformats.org/officeDocument/2006/relationships/image" Target="../media/image10.svg"/><Relationship Id="rId2" Type="http://schemas.openxmlformats.org/officeDocument/2006/relationships/image" Target="../media/image5.jpeg"/><Relationship Id="rId1" Type="http://schemas.openxmlformats.org/officeDocument/2006/relationships/slideLayout" Target="../slideLayouts/slideLayout29.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jpeg"/></Relationships>
</file>

<file path=ppt/slides/_rels/slide10.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jpeg"/><Relationship Id="rId7" Type="http://schemas.openxmlformats.org/officeDocument/2006/relationships/image" Target="../media/image10.svg"/><Relationship Id="rId2" Type="http://schemas.openxmlformats.org/officeDocument/2006/relationships/image" Target="../media/image5.jpeg"/><Relationship Id="rId1" Type="http://schemas.openxmlformats.org/officeDocument/2006/relationships/slideLayout" Target="../slideLayouts/slideLayout29.xml"/><Relationship Id="rId6" Type="http://schemas.openxmlformats.org/officeDocument/2006/relationships/image" Target="../media/image9.png"/><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png"/><Relationship Id="rId4" Type="http://schemas.openxmlformats.org/officeDocument/2006/relationships/image" Target="../media/image7.png"/><Relationship Id="rId9" Type="http://schemas.openxmlformats.org/officeDocument/2006/relationships/image" Target="../media/image12.jpeg"/></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image" Target="../media/image15.jpg"/><Relationship Id="rId1" Type="http://schemas.openxmlformats.org/officeDocument/2006/relationships/slideLayout" Target="../slideLayouts/slideLayout26.xml"/></Relationships>
</file>

<file path=ppt/slides/_rels/slide14.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24BFD-6D30-5A70-844F-CA99578E9A2D}"/>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F4A26CA1-4A23-56D2-B3FF-35C820A204E3}"/>
              </a:ext>
            </a:extLst>
          </p:cNvPr>
          <p:cNvSpPr>
            <a:spLocks noGrp="1"/>
          </p:cNvSpPr>
          <p:nvPr>
            <p:ph type="ctrTitle"/>
          </p:nvPr>
        </p:nvSpPr>
        <p:spPr/>
        <p:txBody>
          <a:bodyPr lIns="0" tIns="0" rIns="0" bIns="0"/>
          <a:lstStyle/>
          <a:p>
            <a:r>
              <a:rPr lang="en-US" dirty="0">
                <a:latin typeface="Trebuchet MS" panose="020B0703020202090204" pitchFamily="34" charset="0"/>
              </a:rPr>
              <a:t>IOT enabled End to End control and reporting solution</a:t>
            </a:r>
          </a:p>
        </p:txBody>
      </p:sp>
      <p:sp>
        <p:nvSpPr>
          <p:cNvPr id="6" name="Subtitle 5">
            <a:extLst>
              <a:ext uri="{FF2B5EF4-FFF2-40B4-BE49-F238E27FC236}">
                <a16:creationId xmlns:a16="http://schemas.microsoft.com/office/drawing/2014/main" id="{2040DE07-30E8-D610-CCC9-3F08AA9499A0}"/>
              </a:ext>
            </a:extLst>
          </p:cNvPr>
          <p:cNvSpPr>
            <a:spLocks noGrp="1"/>
          </p:cNvSpPr>
          <p:nvPr>
            <p:ph type="subTitle" idx="1"/>
          </p:nvPr>
        </p:nvSpPr>
        <p:spPr/>
        <p:txBody>
          <a:bodyPr lIns="0" tIns="0" rIns="0" bIns="0">
            <a:normAutofit/>
          </a:bodyPr>
          <a:lstStyle/>
          <a:p>
            <a:endParaRPr lang="zh-CN" altLang="en-US" dirty="0">
              <a:latin typeface="Trebuchet MS" panose="020B0703020202090204" pitchFamily="34" charset="0"/>
            </a:endParaRPr>
          </a:p>
        </p:txBody>
      </p:sp>
      <p:sp>
        <p:nvSpPr>
          <p:cNvPr id="9" name="Text Placeholder 8">
            <a:extLst>
              <a:ext uri="{FF2B5EF4-FFF2-40B4-BE49-F238E27FC236}">
                <a16:creationId xmlns:a16="http://schemas.microsoft.com/office/drawing/2014/main" id="{74181229-4C1C-2B60-7B6E-BA3D182788A0}"/>
              </a:ext>
            </a:extLst>
          </p:cNvPr>
          <p:cNvSpPr>
            <a:spLocks noGrp="1"/>
          </p:cNvSpPr>
          <p:nvPr>
            <p:ph type="body" sz="quarter" idx="26"/>
          </p:nvPr>
        </p:nvSpPr>
        <p:spPr/>
        <p:txBody>
          <a:bodyPr>
            <a:normAutofit/>
          </a:bodyPr>
          <a:lstStyle/>
          <a:p>
            <a:r>
              <a:rPr lang="en-US" altLang="zh-CN">
                <a:latin typeface="Trebuchet MS" panose="020B0703020202090204" pitchFamily="34" charset="0"/>
              </a:rPr>
              <a:t>Presenter Name</a:t>
            </a:r>
          </a:p>
        </p:txBody>
      </p:sp>
    </p:spTree>
    <p:extLst>
      <p:ext uri="{BB962C8B-B14F-4D97-AF65-F5344CB8AC3E}">
        <p14:creationId xmlns:p14="http://schemas.microsoft.com/office/powerpoint/2010/main" val="9319621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itle 2">
            <a:extLst>
              <a:ext uri="{FF2B5EF4-FFF2-40B4-BE49-F238E27FC236}">
                <a16:creationId xmlns:a16="http://schemas.microsoft.com/office/drawing/2014/main" id="{181B677F-5449-79E7-D9CB-491179DB87C8}"/>
              </a:ext>
            </a:extLst>
          </p:cNvPr>
          <p:cNvSpPr>
            <a:spLocks noGrp="1"/>
          </p:cNvSpPr>
          <p:nvPr>
            <p:ph type="title"/>
          </p:nvPr>
        </p:nvSpPr>
        <p:spPr/>
        <p:txBody>
          <a:bodyPr anchor="ctr">
            <a:normAutofit/>
          </a:bodyPr>
          <a:lstStyle/>
          <a:p>
            <a:r>
              <a:rPr lang="en-US" dirty="0">
                <a:latin typeface="Trebuchet MS" panose="020B0703020202090204" pitchFamily="34" charset="0"/>
              </a:rPr>
              <a:t>Agenda</a:t>
            </a:r>
            <a:endParaRPr lang="en-CN">
              <a:latin typeface="Trebuchet MS" panose="020B0703020202090204" pitchFamily="34" charset="0"/>
            </a:endParaRPr>
          </a:p>
        </p:txBody>
      </p:sp>
      <p:sp>
        <p:nvSpPr>
          <p:cNvPr id="14" name="Text Placeholder 13">
            <a:extLst>
              <a:ext uri="{FF2B5EF4-FFF2-40B4-BE49-F238E27FC236}">
                <a16:creationId xmlns:a16="http://schemas.microsoft.com/office/drawing/2014/main" id="{E1099FC8-FFF2-566E-E372-F082F9156973}"/>
              </a:ext>
            </a:extLst>
          </p:cNvPr>
          <p:cNvSpPr>
            <a:spLocks noGrp="1"/>
          </p:cNvSpPr>
          <p:nvPr>
            <p:ph type="body" sz="quarter" idx="31"/>
          </p:nvPr>
        </p:nvSpPr>
        <p:spPr/>
        <p:txBody>
          <a:bodyPr/>
          <a:lstStyle/>
          <a:p>
            <a:r>
              <a:rPr lang="en-US" dirty="0">
                <a:latin typeface="Trebuchet MS" panose="020B0703020202090204" pitchFamily="34" charset="0"/>
              </a:rPr>
              <a:t>01</a:t>
            </a:r>
          </a:p>
        </p:txBody>
      </p:sp>
      <p:sp>
        <p:nvSpPr>
          <p:cNvPr id="3" name="Text Placeholder 2">
            <a:extLst>
              <a:ext uri="{FF2B5EF4-FFF2-40B4-BE49-F238E27FC236}">
                <a16:creationId xmlns:a16="http://schemas.microsoft.com/office/drawing/2014/main" id="{CD0541AC-8B54-DD01-4666-DED42E0D29E4}"/>
              </a:ext>
            </a:extLst>
          </p:cNvPr>
          <p:cNvSpPr>
            <a:spLocks noGrp="1"/>
          </p:cNvSpPr>
          <p:nvPr>
            <p:ph type="body" idx="1"/>
          </p:nvPr>
        </p:nvSpPr>
        <p:spPr/>
        <p:txBody>
          <a:bodyPr/>
          <a:lstStyle/>
          <a:p>
            <a:r>
              <a:rPr lang="en-US" altLang="zh-CN" dirty="0">
                <a:latin typeface="Trebuchet MS" panose="020B0703020202090204" pitchFamily="34" charset="0"/>
              </a:rPr>
              <a:t>Project Overview &amp; Business Benefits</a:t>
            </a:r>
          </a:p>
        </p:txBody>
      </p:sp>
      <p:sp>
        <p:nvSpPr>
          <p:cNvPr id="19" name="Text Placeholder 18">
            <a:extLst>
              <a:ext uri="{FF2B5EF4-FFF2-40B4-BE49-F238E27FC236}">
                <a16:creationId xmlns:a16="http://schemas.microsoft.com/office/drawing/2014/main" id="{690ED7F7-0589-0A46-ED26-80574BEDB1F1}"/>
              </a:ext>
            </a:extLst>
          </p:cNvPr>
          <p:cNvSpPr>
            <a:spLocks noGrp="1"/>
          </p:cNvSpPr>
          <p:nvPr>
            <p:ph type="body" sz="quarter" idx="32"/>
          </p:nvPr>
        </p:nvSpPr>
        <p:spPr/>
        <p:txBody>
          <a:bodyPr/>
          <a:lstStyle/>
          <a:p>
            <a:r>
              <a:rPr lang="en-US">
                <a:latin typeface="Trebuchet MS" panose="020B0703020202090204" pitchFamily="34" charset="0"/>
              </a:rPr>
              <a:t>02</a:t>
            </a:r>
          </a:p>
        </p:txBody>
      </p:sp>
      <p:sp>
        <p:nvSpPr>
          <p:cNvPr id="4" name="Text Placeholder 3">
            <a:extLst>
              <a:ext uri="{FF2B5EF4-FFF2-40B4-BE49-F238E27FC236}">
                <a16:creationId xmlns:a16="http://schemas.microsoft.com/office/drawing/2014/main" id="{080BF96A-E234-32DA-A088-259250DCDCBC}"/>
              </a:ext>
              <a:ext uri="{C183D7F6-B498-43B3-948B-1728B52AA6E4}">
                <adec:decorative xmlns:adec="http://schemas.microsoft.com/office/drawing/2017/decorative" val="0"/>
              </a:ext>
            </a:extLst>
          </p:cNvPr>
          <p:cNvSpPr>
            <a:spLocks noGrp="1"/>
          </p:cNvSpPr>
          <p:nvPr>
            <p:ph type="body" idx="17"/>
          </p:nvPr>
        </p:nvSpPr>
        <p:spPr/>
        <p:txBody>
          <a:bodyPr/>
          <a:lstStyle/>
          <a:p>
            <a:r>
              <a:rPr lang="en-US" altLang="zh-CN" dirty="0">
                <a:latin typeface="Trebuchet MS" panose="020B0703020202090204" pitchFamily="34" charset="0"/>
              </a:rPr>
              <a:t>Architecture</a:t>
            </a:r>
          </a:p>
        </p:txBody>
      </p:sp>
      <p:sp>
        <p:nvSpPr>
          <p:cNvPr id="20" name="Text Placeholder 19">
            <a:extLst>
              <a:ext uri="{FF2B5EF4-FFF2-40B4-BE49-F238E27FC236}">
                <a16:creationId xmlns:a16="http://schemas.microsoft.com/office/drawing/2014/main" id="{26C4A4E9-C50F-8B5A-E705-A89C95341943}"/>
              </a:ext>
            </a:extLst>
          </p:cNvPr>
          <p:cNvSpPr>
            <a:spLocks noGrp="1"/>
          </p:cNvSpPr>
          <p:nvPr>
            <p:ph type="body" sz="quarter" idx="33"/>
          </p:nvPr>
        </p:nvSpPr>
        <p:spPr/>
        <p:txBody>
          <a:bodyPr/>
          <a:lstStyle/>
          <a:p>
            <a:r>
              <a:rPr lang="en-US">
                <a:latin typeface="Trebuchet MS" panose="020B0703020202090204" pitchFamily="34" charset="0"/>
              </a:rPr>
              <a:t>03</a:t>
            </a:r>
          </a:p>
        </p:txBody>
      </p:sp>
      <p:sp>
        <p:nvSpPr>
          <p:cNvPr id="5" name="Text Placeholder 4">
            <a:extLst>
              <a:ext uri="{FF2B5EF4-FFF2-40B4-BE49-F238E27FC236}">
                <a16:creationId xmlns:a16="http://schemas.microsoft.com/office/drawing/2014/main" id="{38C47E90-5F4F-F242-F6A0-0495F2687ED4}"/>
              </a:ext>
            </a:extLst>
          </p:cNvPr>
          <p:cNvSpPr>
            <a:spLocks noGrp="1"/>
          </p:cNvSpPr>
          <p:nvPr>
            <p:ph type="body" idx="18"/>
          </p:nvPr>
        </p:nvSpPr>
        <p:spPr/>
        <p:txBody>
          <a:bodyPr/>
          <a:lstStyle/>
          <a:p>
            <a:r>
              <a:rPr lang="en-US" altLang="zh-CN" dirty="0">
                <a:latin typeface="Trebuchet MS" panose="020B0703020202090204" pitchFamily="34" charset="0"/>
              </a:rPr>
              <a:t>System Components</a:t>
            </a:r>
          </a:p>
        </p:txBody>
      </p:sp>
      <p:sp>
        <p:nvSpPr>
          <p:cNvPr id="21" name="Text Placeholder 20">
            <a:extLst>
              <a:ext uri="{FF2B5EF4-FFF2-40B4-BE49-F238E27FC236}">
                <a16:creationId xmlns:a16="http://schemas.microsoft.com/office/drawing/2014/main" id="{4FF89406-4A28-46A4-4A0A-C1404E5AE77A}"/>
              </a:ext>
            </a:extLst>
          </p:cNvPr>
          <p:cNvSpPr>
            <a:spLocks noGrp="1"/>
          </p:cNvSpPr>
          <p:nvPr>
            <p:ph type="body" sz="quarter" idx="34"/>
          </p:nvPr>
        </p:nvSpPr>
        <p:spPr/>
        <p:txBody>
          <a:bodyPr/>
          <a:lstStyle/>
          <a:p>
            <a:r>
              <a:rPr lang="en-US">
                <a:latin typeface="Trebuchet MS" panose="020B0703020202090204" pitchFamily="34" charset="0"/>
              </a:rPr>
              <a:t>04</a:t>
            </a:r>
          </a:p>
        </p:txBody>
      </p:sp>
      <p:sp>
        <p:nvSpPr>
          <p:cNvPr id="6" name="Text Placeholder 5">
            <a:extLst>
              <a:ext uri="{FF2B5EF4-FFF2-40B4-BE49-F238E27FC236}">
                <a16:creationId xmlns:a16="http://schemas.microsoft.com/office/drawing/2014/main" id="{754DB0BC-F63A-E96A-DDDF-AAB1192ECE3D}"/>
              </a:ext>
            </a:extLst>
          </p:cNvPr>
          <p:cNvSpPr>
            <a:spLocks noGrp="1"/>
          </p:cNvSpPr>
          <p:nvPr>
            <p:ph type="body" idx="19"/>
          </p:nvPr>
        </p:nvSpPr>
        <p:spPr/>
        <p:txBody>
          <a:bodyPr/>
          <a:lstStyle/>
          <a:p>
            <a:r>
              <a:rPr lang="en-US" altLang="zh-CN" dirty="0">
                <a:latin typeface="Trebuchet MS" panose="020B0703020202090204" pitchFamily="34" charset="0"/>
              </a:rPr>
              <a:t>Current progress</a:t>
            </a:r>
          </a:p>
        </p:txBody>
      </p:sp>
      <p:sp>
        <p:nvSpPr>
          <p:cNvPr id="22" name="Text Placeholder 21">
            <a:extLst>
              <a:ext uri="{FF2B5EF4-FFF2-40B4-BE49-F238E27FC236}">
                <a16:creationId xmlns:a16="http://schemas.microsoft.com/office/drawing/2014/main" id="{22AAD954-6728-D445-9A73-28539BBE44A6}"/>
              </a:ext>
            </a:extLst>
          </p:cNvPr>
          <p:cNvSpPr>
            <a:spLocks noGrp="1"/>
          </p:cNvSpPr>
          <p:nvPr>
            <p:ph type="body" sz="quarter" idx="35"/>
          </p:nvPr>
        </p:nvSpPr>
        <p:spPr/>
        <p:txBody>
          <a:bodyPr/>
          <a:lstStyle/>
          <a:p>
            <a:r>
              <a:rPr lang="en-US" dirty="0">
                <a:latin typeface="Trebuchet MS" panose="020B0703020202090204" pitchFamily="34" charset="0"/>
              </a:rPr>
              <a:t>05</a:t>
            </a:r>
          </a:p>
        </p:txBody>
      </p:sp>
      <p:sp>
        <p:nvSpPr>
          <p:cNvPr id="10" name="Text Placeholder 9">
            <a:extLst>
              <a:ext uri="{FF2B5EF4-FFF2-40B4-BE49-F238E27FC236}">
                <a16:creationId xmlns:a16="http://schemas.microsoft.com/office/drawing/2014/main" id="{529BEE2C-6947-89B9-9262-197988F27C1D}"/>
              </a:ext>
            </a:extLst>
          </p:cNvPr>
          <p:cNvSpPr>
            <a:spLocks noGrp="1"/>
          </p:cNvSpPr>
          <p:nvPr>
            <p:ph type="body" idx="20"/>
          </p:nvPr>
        </p:nvSpPr>
        <p:spPr/>
        <p:txBody>
          <a:bodyPr/>
          <a:lstStyle/>
          <a:p>
            <a:r>
              <a:rPr lang="en-US" altLang="zh-CN" dirty="0">
                <a:latin typeface="Trebuchet MS" panose="020B0703020202090204" pitchFamily="34" charset="0"/>
              </a:rPr>
              <a:t>Next steps</a:t>
            </a:r>
          </a:p>
        </p:txBody>
      </p:sp>
    </p:spTree>
    <p:custDataLst>
      <p:tags r:id="rId1"/>
    </p:custDataLst>
    <p:extLst>
      <p:ext uri="{BB962C8B-B14F-4D97-AF65-F5344CB8AC3E}">
        <p14:creationId xmlns:p14="http://schemas.microsoft.com/office/powerpoint/2010/main" val="35283552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1C4885-32BB-63A8-8AC9-5809302DCE30}"/>
              </a:ext>
            </a:extLst>
          </p:cNvPr>
          <p:cNvSpPr>
            <a:spLocks noGrp="1"/>
          </p:cNvSpPr>
          <p:nvPr>
            <p:ph type="title"/>
          </p:nvPr>
        </p:nvSpPr>
        <p:spPr/>
        <p:txBody>
          <a:bodyPr/>
          <a:lstStyle/>
          <a:p>
            <a:r>
              <a:rPr lang="en-US" dirty="0">
                <a:solidFill>
                  <a:srgbClr val="0D4D3C"/>
                </a:solidFill>
                <a:latin typeface="Trebuchet MS" panose="020B0703020202090204" pitchFamily="34" charset="0"/>
              </a:rPr>
              <a:t>Project Overview</a:t>
            </a:r>
          </a:p>
        </p:txBody>
      </p:sp>
      <p:sp>
        <p:nvSpPr>
          <p:cNvPr id="3" name="Content Placeholder 2">
            <a:extLst>
              <a:ext uri="{FF2B5EF4-FFF2-40B4-BE49-F238E27FC236}">
                <a16:creationId xmlns:a16="http://schemas.microsoft.com/office/drawing/2014/main" id="{690B916A-53E4-E572-EF1E-47CA60BE2A16}"/>
              </a:ext>
            </a:extLst>
          </p:cNvPr>
          <p:cNvSpPr>
            <a:spLocks noGrp="1"/>
          </p:cNvSpPr>
          <p:nvPr>
            <p:ph sz="quarter" idx="18"/>
          </p:nvPr>
        </p:nvSpPr>
        <p:spPr/>
        <p:txBody>
          <a:bodyPr/>
          <a:lstStyle/>
          <a:p>
            <a:pPr marL="342900" indent="-342900">
              <a:buFont typeface="Arial" panose="020B0604020202020204" pitchFamily="34" charset="0"/>
              <a:buChar char="•"/>
            </a:pPr>
            <a:r>
              <a:rPr lang="en-IN" sz="2000" dirty="0"/>
              <a:t>We aim to build a complete end-to-end cell monitoring and reporting solution by integrating advanced technologies with existing and new machines.</a:t>
            </a:r>
          </a:p>
          <a:p>
            <a:pPr marL="342900" indent="-342900">
              <a:buFont typeface="Arial" panose="020B0604020202020204" pitchFamily="34" charset="0"/>
              <a:buChar char="•"/>
            </a:pPr>
            <a:r>
              <a:rPr lang="en-IN" sz="2000" dirty="0"/>
              <a:t>Our solution enables accurate real-time data capture, intuitive machine control, and streamlined reporting, driving operational efficiency and supporting Industry 4.0 transformation. Currently, the data collection process is entirely manual, leading to inefficiencies and inaccuracies. </a:t>
            </a:r>
          </a:p>
          <a:p>
            <a:pPr marL="342900" indent="-342900">
              <a:buFont typeface="Arial" panose="020B0604020202020204" pitchFamily="34" charset="0"/>
              <a:buChar char="•"/>
            </a:pPr>
            <a:r>
              <a:rPr lang="en-IN" sz="2000" dirty="0"/>
              <a:t>Our approach replaces manual methods with automated, technology-driven systems to significantly enhance data accuracy, operational visibility, and overall productivity</a:t>
            </a:r>
            <a:endParaRPr lang="en-US" sz="2000" dirty="0">
              <a:solidFill>
                <a:schemeClr val="bg1">
                  <a:lumMod val="50000"/>
                </a:schemeClr>
              </a:solidFill>
              <a:latin typeface="Trebuchet MS" panose="020B0703020202090204" pitchFamily="34" charset="0"/>
            </a:endParaRPr>
          </a:p>
        </p:txBody>
      </p:sp>
      <p:pic>
        <p:nvPicPr>
          <p:cNvPr id="2050" name="Picture 2" descr="11,600+ Robot Arm Icon Stock Illustrations, Royalty-Free Vector Graphics &amp;  Clip Art - iStock">
            <a:extLst>
              <a:ext uri="{FF2B5EF4-FFF2-40B4-BE49-F238E27FC236}">
                <a16:creationId xmlns:a16="http://schemas.microsoft.com/office/drawing/2014/main" id="{DB7893C0-9BA2-1EAF-3E27-796BB32D613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68341" y="4574633"/>
            <a:ext cx="1009650" cy="1009650"/>
          </a:xfrm>
          <a:prstGeom prst="rect">
            <a:avLst/>
          </a:prstGeom>
          <a:noFill/>
          <a:extLst>
            <a:ext uri="{909E8E84-426E-40DD-AFC4-6F175D3DCCD1}">
              <a14:hiddenFill xmlns:a14="http://schemas.microsoft.com/office/drawing/2010/main">
                <a:solidFill>
                  <a:srgbClr val="FFFFFF"/>
                </a:solidFill>
              </a14:hiddenFill>
            </a:ext>
          </a:extLst>
        </p:spPr>
      </p:pic>
      <p:sp>
        <p:nvSpPr>
          <p:cNvPr id="5" name="Right Arrow 4">
            <a:extLst>
              <a:ext uri="{FF2B5EF4-FFF2-40B4-BE49-F238E27FC236}">
                <a16:creationId xmlns:a16="http://schemas.microsoft.com/office/drawing/2014/main" id="{048E8829-2F6C-8EB0-0156-0E0744F974A1}"/>
              </a:ext>
            </a:extLst>
          </p:cNvPr>
          <p:cNvSpPr/>
          <p:nvPr/>
        </p:nvSpPr>
        <p:spPr>
          <a:xfrm>
            <a:off x="2905427" y="4815140"/>
            <a:ext cx="871537" cy="5286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52" name="Picture 4" descr="Server - Free technology icons">
            <a:extLst>
              <a:ext uri="{FF2B5EF4-FFF2-40B4-BE49-F238E27FC236}">
                <a16:creationId xmlns:a16="http://schemas.microsoft.com/office/drawing/2014/main" id="{7E2FAE44-1542-A550-642B-F9FAA027215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04400" y="4518281"/>
            <a:ext cx="1122360" cy="1122360"/>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descr="Graph chart report icon Outline graph chart report vector icon for web  design isolated on white background | Premium Vector">
            <a:extLst>
              <a:ext uri="{FF2B5EF4-FFF2-40B4-BE49-F238E27FC236}">
                <a16:creationId xmlns:a16="http://schemas.microsoft.com/office/drawing/2014/main" id="{406CD319-DDBF-8408-F3BD-6229D41EB977}"/>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053169" y="4659566"/>
            <a:ext cx="981075" cy="981075"/>
          </a:xfrm>
          <a:prstGeom prst="rect">
            <a:avLst/>
          </a:prstGeom>
          <a:noFill/>
          <a:extLst>
            <a:ext uri="{909E8E84-426E-40DD-AFC4-6F175D3DCCD1}">
              <a14:hiddenFill xmlns:a14="http://schemas.microsoft.com/office/drawing/2010/main">
                <a:solidFill>
                  <a:srgbClr val="FFFFFF"/>
                </a:solidFill>
              </a14:hiddenFill>
            </a:ext>
          </a:extLst>
        </p:spPr>
      </p:pic>
      <p:sp>
        <p:nvSpPr>
          <p:cNvPr id="6" name="Right Arrow 5">
            <a:extLst>
              <a:ext uri="{FF2B5EF4-FFF2-40B4-BE49-F238E27FC236}">
                <a16:creationId xmlns:a16="http://schemas.microsoft.com/office/drawing/2014/main" id="{A65339F2-1A06-04E7-916D-10B5A150AD89}"/>
              </a:ext>
            </a:extLst>
          </p:cNvPr>
          <p:cNvSpPr/>
          <p:nvPr/>
        </p:nvSpPr>
        <p:spPr>
          <a:xfrm>
            <a:off x="5871027" y="4815142"/>
            <a:ext cx="871537" cy="5286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a:extLst>
              <a:ext uri="{FF2B5EF4-FFF2-40B4-BE49-F238E27FC236}">
                <a16:creationId xmlns:a16="http://schemas.microsoft.com/office/drawing/2014/main" id="{3999A9E7-73EA-877F-B6D9-05866307C9A1}"/>
              </a:ext>
            </a:extLst>
          </p:cNvPr>
          <p:cNvSpPr/>
          <p:nvPr/>
        </p:nvSpPr>
        <p:spPr>
          <a:xfrm>
            <a:off x="8344849" y="4815140"/>
            <a:ext cx="871537" cy="52863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FEDAFED9-4241-5A04-4DC3-DD8D082272E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9526991" y="4752428"/>
            <a:ext cx="871537" cy="795350"/>
          </a:xfrm>
          <a:prstGeom prst="rect">
            <a:avLst/>
          </a:prstGeom>
        </p:spPr>
      </p:pic>
    </p:spTree>
    <p:extLst>
      <p:ext uri="{BB962C8B-B14F-4D97-AF65-F5344CB8AC3E}">
        <p14:creationId xmlns:p14="http://schemas.microsoft.com/office/powerpoint/2010/main" val="32004035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64927-54AF-FD75-AE86-0902171EC475}"/>
              </a:ext>
            </a:extLst>
          </p:cNvPr>
          <p:cNvSpPr>
            <a:spLocks noGrp="1"/>
          </p:cNvSpPr>
          <p:nvPr>
            <p:ph type="title"/>
          </p:nvPr>
        </p:nvSpPr>
        <p:spPr/>
        <p:txBody>
          <a:bodyPr>
            <a:normAutofit fontScale="90000"/>
          </a:bodyPr>
          <a:lstStyle/>
          <a:p>
            <a:r>
              <a:rPr lang="en-US" dirty="0">
                <a:solidFill>
                  <a:srgbClr val="0D4D3C"/>
                </a:solidFill>
                <a:latin typeface="Trebuchet MS" panose="020B0603020202020204" pitchFamily="34" charset="0"/>
              </a:rPr>
              <a:t>Business Benefits: Unlocking Efficiency and Custom Insights</a:t>
            </a:r>
          </a:p>
        </p:txBody>
      </p:sp>
      <p:sp>
        <p:nvSpPr>
          <p:cNvPr id="3" name="Text Placeholder 2">
            <a:extLst>
              <a:ext uri="{FF2B5EF4-FFF2-40B4-BE49-F238E27FC236}">
                <a16:creationId xmlns:a16="http://schemas.microsoft.com/office/drawing/2014/main" id="{BDFF5E5F-489C-D0BC-6933-551F4F43B95C}"/>
              </a:ext>
            </a:extLst>
          </p:cNvPr>
          <p:cNvSpPr>
            <a:spLocks noGrp="1"/>
          </p:cNvSpPr>
          <p:nvPr>
            <p:ph type="body" idx="24"/>
          </p:nvPr>
        </p:nvSpPr>
        <p:spPr/>
        <p:txBody>
          <a:bodyPr>
            <a:normAutofit/>
          </a:bodyPr>
          <a:lstStyle/>
          <a:p>
            <a:r>
              <a:rPr lang="en-US" sz="1300" b="1" dirty="0">
                <a:latin typeface="Trebuchet MS" panose="020B0603020202020204" pitchFamily="34" charset="0"/>
              </a:rPr>
              <a:t>Real-Time Insights to Drive Efficiency and Green Initiatives</a:t>
            </a:r>
          </a:p>
        </p:txBody>
      </p:sp>
      <p:sp>
        <p:nvSpPr>
          <p:cNvPr id="4" name="Text Placeholder 3">
            <a:extLst>
              <a:ext uri="{FF2B5EF4-FFF2-40B4-BE49-F238E27FC236}">
                <a16:creationId xmlns:a16="http://schemas.microsoft.com/office/drawing/2014/main" id="{22E4448A-FFE3-CFD3-93A8-3DAE7F370545}"/>
              </a:ext>
            </a:extLst>
          </p:cNvPr>
          <p:cNvSpPr>
            <a:spLocks noGrp="1"/>
          </p:cNvSpPr>
          <p:nvPr>
            <p:ph type="body" sz="quarter" idx="25"/>
          </p:nvPr>
        </p:nvSpPr>
        <p:spPr>
          <a:xfrm>
            <a:off x="1054096" y="2723284"/>
            <a:ext cx="4256020" cy="1059649"/>
          </a:xfrm>
        </p:spPr>
        <p:txBody>
          <a:bodyPr>
            <a:normAutofit/>
          </a:bodyPr>
          <a:lstStyle/>
          <a:p>
            <a:pPr algn="just"/>
            <a:r>
              <a:rPr lang="en-US" sz="1100" dirty="0">
                <a:solidFill>
                  <a:schemeClr val="bg1">
                    <a:lumMod val="50000"/>
                  </a:schemeClr>
                </a:solidFill>
                <a:latin typeface="Trebuchet MS" panose="020B0603020202020204" pitchFamily="34" charset="0"/>
              </a:rPr>
              <a:t>Our end-to-end cell energy consumption reporting system offers real-time visibility into energy usage patterns, helping identify spikes, dips, and inefficiencies across operations. With actionable insights and monitoring tools, companies can take control of their energy strategy and make measurable progress toward sustainability goals.</a:t>
            </a:r>
          </a:p>
        </p:txBody>
      </p:sp>
      <p:sp>
        <p:nvSpPr>
          <p:cNvPr id="5" name="Text Placeholder 4">
            <a:extLst>
              <a:ext uri="{FF2B5EF4-FFF2-40B4-BE49-F238E27FC236}">
                <a16:creationId xmlns:a16="http://schemas.microsoft.com/office/drawing/2014/main" id="{169CEA3F-1D2E-3F3B-8BCF-4E1DE215410A}"/>
              </a:ext>
            </a:extLst>
          </p:cNvPr>
          <p:cNvSpPr>
            <a:spLocks noGrp="1"/>
          </p:cNvSpPr>
          <p:nvPr>
            <p:ph type="body" idx="26"/>
          </p:nvPr>
        </p:nvSpPr>
        <p:spPr>
          <a:xfrm>
            <a:off x="1054093" y="3772674"/>
            <a:ext cx="4256019" cy="402629"/>
          </a:xfrm>
        </p:spPr>
        <p:txBody>
          <a:bodyPr>
            <a:normAutofit/>
          </a:bodyPr>
          <a:lstStyle/>
          <a:p>
            <a:r>
              <a:rPr lang="en-US" sz="1300" b="1" dirty="0">
                <a:latin typeface="Trebuchet MS" panose="020B0603020202020204" pitchFamily="34" charset="0"/>
              </a:rPr>
              <a:t>Driving Efficiency Through Energy and Production Insights</a:t>
            </a:r>
          </a:p>
        </p:txBody>
      </p:sp>
      <p:sp>
        <p:nvSpPr>
          <p:cNvPr id="6" name="Text Placeholder 5">
            <a:extLst>
              <a:ext uri="{FF2B5EF4-FFF2-40B4-BE49-F238E27FC236}">
                <a16:creationId xmlns:a16="http://schemas.microsoft.com/office/drawing/2014/main" id="{CC4361C8-22E2-49B4-09B4-322A10CA8EB5}"/>
              </a:ext>
            </a:extLst>
          </p:cNvPr>
          <p:cNvSpPr>
            <a:spLocks noGrp="1"/>
          </p:cNvSpPr>
          <p:nvPr>
            <p:ph type="body" sz="quarter" idx="27"/>
          </p:nvPr>
        </p:nvSpPr>
        <p:spPr/>
        <p:txBody>
          <a:bodyPr>
            <a:noAutofit/>
          </a:bodyPr>
          <a:lstStyle/>
          <a:p>
            <a:pPr algn="just"/>
            <a:r>
              <a:rPr lang="en-US" sz="1100" dirty="0">
                <a:solidFill>
                  <a:schemeClr val="bg1">
                    <a:lumMod val="50000"/>
                  </a:schemeClr>
                </a:solidFill>
                <a:latin typeface="Trebuchet MS" panose="020B0603020202020204" pitchFamily="34" charset="0"/>
              </a:rPr>
              <a:t>This project enhances operational efficiency at an overall level by providing real-time dashboards that help users identify and address inefficiencies across the production line. For example, one of our clients successfully reduced their cycle time from 286 to 250 seconds, directly increasing production output—demonstrating the tangible impact of data-driven optimization.</a:t>
            </a:r>
          </a:p>
          <a:p>
            <a:endParaRPr lang="en-US" sz="1100" dirty="0">
              <a:solidFill>
                <a:schemeClr val="bg1">
                  <a:lumMod val="50000"/>
                </a:schemeClr>
              </a:solidFill>
              <a:latin typeface="Trebuchet MS" panose="020B0603020202020204" pitchFamily="34" charset="0"/>
            </a:endParaRPr>
          </a:p>
        </p:txBody>
      </p:sp>
      <p:sp>
        <p:nvSpPr>
          <p:cNvPr id="7" name="Text Placeholder 6">
            <a:extLst>
              <a:ext uri="{FF2B5EF4-FFF2-40B4-BE49-F238E27FC236}">
                <a16:creationId xmlns:a16="http://schemas.microsoft.com/office/drawing/2014/main" id="{90428E6C-2860-F578-8D9B-168910596E2A}"/>
              </a:ext>
            </a:extLst>
          </p:cNvPr>
          <p:cNvSpPr>
            <a:spLocks noGrp="1"/>
          </p:cNvSpPr>
          <p:nvPr>
            <p:ph type="body" idx="28"/>
          </p:nvPr>
        </p:nvSpPr>
        <p:spPr>
          <a:xfrm>
            <a:off x="1054093" y="5308962"/>
            <a:ext cx="4256019" cy="270911"/>
          </a:xfrm>
        </p:spPr>
        <p:txBody>
          <a:bodyPr>
            <a:normAutofit/>
          </a:bodyPr>
          <a:lstStyle/>
          <a:p>
            <a:r>
              <a:rPr lang="en-US" sz="1300" b="1" dirty="0">
                <a:latin typeface="Trebuchet MS" panose="020B0603020202020204" pitchFamily="34" charset="0"/>
              </a:rPr>
              <a:t>Optimizing Equipment and Labor Effectiveness</a:t>
            </a:r>
          </a:p>
        </p:txBody>
      </p:sp>
      <p:sp>
        <p:nvSpPr>
          <p:cNvPr id="8" name="Text Placeholder 7">
            <a:extLst>
              <a:ext uri="{FF2B5EF4-FFF2-40B4-BE49-F238E27FC236}">
                <a16:creationId xmlns:a16="http://schemas.microsoft.com/office/drawing/2014/main" id="{CEB65DBB-D034-577F-72E4-4CEC9462A823}"/>
              </a:ext>
            </a:extLst>
          </p:cNvPr>
          <p:cNvSpPr>
            <a:spLocks noGrp="1"/>
          </p:cNvSpPr>
          <p:nvPr>
            <p:ph type="body" sz="quarter" idx="29"/>
          </p:nvPr>
        </p:nvSpPr>
        <p:spPr>
          <a:xfrm>
            <a:off x="1054093" y="5713211"/>
            <a:ext cx="4256020" cy="927931"/>
          </a:xfrm>
        </p:spPr>
        <p:txBody>
          <a:bodyPr>
            <a:noAutofit/>
          </a:bodyPr>
          <a:lstStyle/>
          <a:p>
            <a:pPr algn="just"/>
            <a:r>
              <a:rPr lang="en-US" sz="1100" dirty="0">
                <a:solidFill>
                  <a:schemeClr val="bg1">
                    <a:lumMod val="50000"/>
                  </a:schemeClr>
                </a:solidFill>
                <a:latin typeface="Trebuchet MS" panose="020B0603020202020204" pitchFamily="34" charset="0"/>
              </a:rPr>
              <a:t>In alignment with TMP principles, this solution enables continuous monitoring and improvement of both OEE and OLE by providing granular visibility into machine performance and workforce productivity. By identifying bottlenecks, unplanned downtimes, and idle labor periods, manufacturers can take targeted actions that improve asset utilization and workforce efficiency.</a:t>
            </a:r>
          </a:p>
        </p:txBody>
      </p:sp>
      <p:sp>
        <p:nvSpPr>
          <p:cNvPr id="9" name="Text Placeholder 8">
            <a:extLst>
              <a:ext uri="{FF2B5EF4-FFF2-40B4-BE49-F238E27FC236}">
                <a16:creationId xmlns:a16="http://schemas.microsoft.com/office/drawing/2014/main" id="{C566A278-8B2C-5153-610E-19B8839CB9E3}"/>
              </a:ext>
            </a:extLst>
          </p:cNvPr>
          <p:cNvSpPr>
            <a:spLocks noGrp="1"/>
          </p:cNvSpPr>
          <p:nvPr>
            <p:ph type="body" idx="22"/>
          </p:nvPr>
        </p:nvSpPr>
        <p:spPr>
          <a:xfrm>
            <a:off x="6525097" y="2208065"/>
            <a:ext cx="4256019" cy="299266"/>
          </a:xfrm>
        </p:spPr>
        <p:txBody>
          <a:bodyPr>
            <a:normAutofit/>
          </a:bodyPr>
          <a:lstStyle/>
          <a:p>
            <a:r>
              <a:rPr lang="en-US" sz="1300" b="1" dirty="0">
                <a:latin typeface="Trebuchet MS" panose="020B0603020202020204" pitchFamily="34" charset="0"/>
              </a:rPr>
              <a:t>Comprehensive Loss Tracking and Coverage</a:t>
            </a:r>
            <a:endParaRPr lang="en-US" sz="1300" dirty="0">
              <a:latin typeface="Trebuchet MS" panose="020B0603020202020204" pitchFamily="34" charset="0"/>
            </a:endParaRPr>
          </a:p>
        </p:txBody>
      </p:sp>
      <p:sp>
        <p:nvSpPr>
          <p:cNvPr id="10" name="Text Placeholder 9">
            <a:extLst>
              <a:ext uri="{FF2B5EF4-FFF2-40B4-BE49-F238E27FC236}">
                <a16:creationId xmlns:a16="http://schemas.microsoft.com/office/drawing/2014/main" id="{EFB27989-68E5-E5A7-F0BF-2722E4EF495E}"/>
              </a:ext>
            </a:extLst>
          </p:cNvPr>
          <p:cNvSpPr>
            <a:spLocks noGrp="1"/>
          </p:cNvSpPr>
          <p:nvPr>
            <p:ph type="body" sz="quarter" idx="23"/>
          </p:nvPr>
        </p:nvSpPr>
        <p:spPr>
          <a:xfrm>
            <a:off x="6525098" y="2723284"/>
            <a:ext cx="4256020" cy="1049390"/>
          </a:xfrm>
        </p:spPr>
        <p:txBody>
          <a:bodyPr>
            <a:noAutofit/>
          </a:bodyPr>
          <a:lstStyle/>
          <a:p>
            <a:pPr algn="just"/>
            <a:r>
              <a:rPr lang="en-US" sz="1100" dirty="0">
                <a:solidFill>
                  <a:schemeClr val="bg1">
                    <a:lumMod val="50000"/>
                  </a:schemeClr>
                </a:solidFill>
                <a:latin typeface="Trebuchet MS" panose="020B0603020202020204" pitchFamily="34" charset="0"/>
              </a:rPr>
              <a:t>This solution provides end-to-end visibility into various forms of operational losses, enabling manufacturers to track and address inefficiencies holistically. Key loss categories such as idle time, operator inefficiency, and energy wastage are captured and analyzed in real-time. By centralizing these insights, companies can quantify hidden losses, identify root causes, and implement corrective actions.</a:t>
            </a:r>
          </a:p>
        </p:txBody>
      </p:sp>
      <p:sp>
        <p:nvSpPr>
          <p:cNvPr id="11" name="Text Placeholder 10">
            <a:extLst>
              <a:ext uri="{FF2B5EF4-FFF2-40B4-BE49-F238E27FC236}">
                <a16:creationId xmlns:a16="http://schemas.microsoft.com/office/drawing/2014/main" id="{2BFFCD8D-AFC5-5F73-506D-7582700C4D1D}"/>
              </a:ext>
            </a:extLst>
          </p:cNvPr>
          <p:cNvSpPr>
            <a:spLocks noGrp="1"/>
          </p:cNvSpPr>
          <p:nvPr>
            <p:ph type="body" idx="18"/>
          </p:nvPr>
        </p:nvSpPr>
        <p:spPr>
          <a:xfrm>
            <a:off x="6525101" y="3782933"/>
            <a:ext cx="4256019" cy="404249"/>
          </a:xfrm>
        </p:spPr>
        <p:txBody>
          <a:bodyPr>
            <a:normAutofit/>
          </a:bodyPr>
          <a:lstStyle/>
          <a:p>
            <a:r>
              <a:rPr lang="en-US" sz="1300" b="1" dirty="0">
                <a:latin typeface="Trebuchet MS" panose="020B0603020202020204" pitchFamily="34" charset="0"/>
              </a:rPr>
              <a:t>Automated Job Cards and Shift-End Operator Performance Reports</a:t>
            </a:r>
          </a:p>
        </p:txBody>
      </p:sp>
      <p:sp>
        <p:nvSpPr>
          <p:cNvPr id="12" name="Text Placeholder 11">
            <a:extLst>
              <a:ext uri="{FF2B5EF4-FFF2-40B4-BE49-F238E27FC236}">
                <a16:creationId xmlns:a16="http://schemas.microsoft.com/office/drawing/2014/main" id="{388D557E-F848-7A6A-4DEC-13AD1084BC51}"/>
              </a:ext>
            </a:extLst>
          </p:cNvPr>
          <p:cNvSpPr>
            <a:spLocks noGrp="1"/>
          </p:cNvSpPr>
          <p:nvPr>
            <p:ph type="body" sz="quarter" idx="19"/>
          </p:nvPr>
        </p:nvSpPr>
        <p:spPr/>
        <p:txBody>
          <a:bodyPr>
            <a:noAutofit/>
          </a:bodyPr>
          <a:lstStyle/>
          <a:p>
            <a:pPr algn="just"/>
            <a:r>
              <a:rPr lang="en-US" sz="1100" dirty="0">
                <a:solidFill>
                  <a:schemeClr val="bg1">
                    <a:lumMod val="50000"/>
                  </a:schemeClr>
                </a:solidFill>
                <a:latin typeface="Trebuchet MS" panose="020B0603020202020204" pitchFamily="34" charset="0"/>
              </a:rPr>
              <a:t>Auto-generated job cards track each operator’s shift performance—covering output, downtime, and quality. End-of-day reports deliver instant insights for supervisors, boosting accountability and cutting reporting time by 70%.</a:t>
            </a:r>
          </a:p>
        </p:txBody>
      </p:sp>
      <p:sp>
        <p:nvSpPr>
          <p:cNvPr id="13" name="Text Placeholder 12">
            <a:extLst>
              <a:ext uri="{FF2B5EF4-FFF2-40B4-BE49-F238E27FC236}">
                <a16:creationId xmlns:a16="http://schemas.microsoft.com/office/drawing/2014/main" id="{5534E7B3-4BB4-7A8C-0D0B-28E28B3D2B61}"/>
              </a:ext>
            </a:extLst>
          </p:cNvPr>
          <p:cNvSpPr>
            <a:spLocks noGrp="1"/>
          </p:cNvSpPr>
          <p:nvPr>
            <p:ph type="body" idx="20"/>
          </p:nvPr>
        </p:nvSpPr>
        <p:spPr>
          <a:xfrm>
            <a:off x="6525098" y="5308962"/>
            <a:ext cx="4256019" cy="275617"/>
          </a:xfrm>
        </p:spPr>
        <p:txBody>
          <a:bodyPr>
            <a:normAutofit/>
          </a:bodyPr>
          <a:lstStyle/>
          <a:p>
            <a:r>
              <a:rPr lang="en-US" sz="1300" b="1" dirty="0">
                <a:latin typeface="Trebuchet MS" panose="020B0603020202020204" pitchFamily="34" charset="0"/>
              </a:rPr>
              <a:t>Custom Reports &amp; Always-On Support</a:t>
            </a:r>
            <a:endParaRPr lang="en-US" sz="1300" dirty="0">
              <a:latin typeface="Trebuchet MS" panose="020B0603020202020204" pitchFamily="34" charset="0"/>
            </a:endParaRPr>
          </a:p>
        </p:txBody>
      </p:sp>
      <p:sp>
        <p:nvSpPr>
          <p:cNvPr id="14" name="Text Placeholder 13">
            <a:extLst>
              <a:ext uri="{FF2B5EF4-FFF2-40B4-BE49-F238E27FC236}">
                <a16:creationId xmlns:a16="http://schemas.microsoft.com/office/drawing/2014/main" id="{B260BA27-477A-E797-B11A-57E0ADBBDBD6}"/>
              </a:ext>
            </a:extLst>
          </p:cNvPr>
          <p:cNvSpPr>
            <a:spLocks noGrp="1"/>
          </p:cNvSpPr>
          <p:nvPr>
            <p:ph type="body" sz="quarter" idx="21"/>
          </p:nvPr>
        </p:nvSpPr>
        <p:spPr>
          <a:xfrm>
            <a:off x="6525098" y="5703393"/>
            <a:ext cx="4256020" cy="937749"/>
          </a:xfrm>
        </p:spPr>
        <p:txBody>
          <a:bodyPr>
            <a:noAutofit/>
          </a:bodyPr>
          <a:lstStyle/>
          <a:p>
            <a:pPr algn="just"/>
            <a:r>
              <a:rPr lang="en-US" sz="1100" dirty="0">
                <a:solidFill>
                  <a:schemeClr val="bg1">
                    <a:lumMod val="50000"/>
                  </a:schemeClr>
                </a:solidFill>
                <a:latin typeface="Trebuchet MS" panose="020B0603020202020204" pitchFamily="34" charset="0"/>
              </a:rPr>
              <a:t>Our reporting system is designed to be fully flexible—whether it’s tailoring KPIs, adjusting formats, or scheduling delivery, each report can be customized to align with your business goals. From shift-level summaries to energy-specific analytics, the output adapts to your operational priorities. Additionally, we provide continuous online support to ensure seamless usage.</a:t>
            </a:r>
          </a:p>
        </p:txBody>
      </p:sp>
    </p:spTree>
    <p:extLst>
      <p:ext uri="{BB962C8B-B14F-4D97-AF65-F5344CB8AC3E}">
        <p14:creationId xmlns:p14="http://schemas.microsoft.com/office/powerpoint/2010/main" val="19777220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6" name="Picture 4" descr="270+ Hmi Stock Illustrations, Royalty-Free Vector Graphics &amp; Clip Art -  iStock | Hmi icon, Car hmi">
            <a:extLst>
              <a:ext uri="{FF2B5EF4-FFF2-40B4-BE49-F238E27FC236}">
                <a16:creationId xmlns:a16="http://schemas.microsoft.com/office/drawing/2014/main" id="{67237751-3A4B-FE05-590A-9FFC90E0F63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303" y="1678991"/>
            <a:ext cx="1434407" cy="143440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466C58BF-B95A-24B1-1542-81E3F1D76E18}"/>
              </a:ext>
            </a:extLst>
          </p:cNvPr>
          <p:cNvSpPr>
            <a:spLocks noGrp="1"/>
          </p:cNvSpPr>
          <p:nvPr>
            <p:ph type="title"/>
          </p:nvPr>
        </p:nvSpPr>
        <p:spPr>
          <a:xfrm>
            <a:off x="844000" y="299016"/>
            <a:ext cx="10504000" cy="848979"/>
          </a:xfrm>
        </p:spPr>
        <p:txBody>
          <a:bodyPr/>
          <a:lstStyle/>
          <a:p>
            <a:r>
              <a:rPr lang="en-US" dirty="0">
                <a:solidFill>
                  <a:srgbClr val="0D4D3C"/>
                </a:solidFill>
                <a:latin typeface="Trebuchet MS" panose="020B0703020202090204" pitchFamily="34" charset="0"/>
              </a:rPr>
              <a:t>Architecture</a:t>
            </a:r>
          </a:p>
        </p:txBody>
      </p:sp>
      <p:sp>
        <p:nvSpPr>
          <p:cNvPr id="10" name="Rounded Rectangle 9">
            <a:extLst>
              <a:ext uri="{FF2B5EF4-FFF2-40B4-BE49-F238E27FC236}">
                <a16:creationId xmlns:a16="http://schemas.microsoft.com/office/drawing/2014/main" id="{DA67AAF0-3757-2549-9C2C-7A6ACEA8E72D}"/>
              </a:ext>
            </a:extLst>
          </p:cNvPr>
          <p:cNvSpPr/>
          <p:nvPr/>
        </p:nvSpPr>
        <p:spPr>
          <a:xfrm>
            <a:off x="844000" y="4016366"/>
            <a:ext cx="2624413" cy="2527738"/>
          </a:xfrm>
          <a:prstGeom prst="roundRect">
            <a:avLst>
              <a:gd name="adj" fmla="val 4609"/>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dirty="0">
              <a:latin typeface="Trebuchet MS" panose="020B0703020202090204" pitchFamily="34" charset="0"/>
            </a:endParaRPr>
          </a:p>
        </p:txBody>
      </p:sp>
      <p:pic>
        <p:nvPicPr>
          <p:cNvPr id="11" name="Picture 2" descr="11,600+ Robot Arm Icon Stock Illustrations, Royalty-Free Vector Graphics &amp;  Clip Art - iStock">
            <a:extLst>
              <a:ext uri="{FF2B5EF4-FFF2-40B4-BE49-F238E27FC236}">
                <a16:creationId xmlns:a16="http://schemas.microsoft.com/office/drawing/2014/main" id="{F93A409E-8D19-D881-7CA8-D1EAF72A9AEE}"/>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5496" y="4702153"/>
            <a:ext cx="705573" cy="70557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2887240-D695-DD19-56F5-DE32BEFDFBE2}"/>
              </a:ext>
            </a:extLst>
          </p:cNvPr>
          <p:cNvSpPr txBox="1"/>
          <p:nvPr/>
        </p:nvSpPr>
        <p:spPr>
          <a:xfrm>
            <a:off x="841352" y="4018498"/>
            <a:ext cx="2781531" cy="369332"/>
          </a:xfrm>
          <a:prstGeom prst="rect">
            <a:avLst/>
          </a:prstGeom>
          <a:noFill/>
        </p:spPr>
        <p:txBody>
          <a:bodyPr wrap="none" rtlCol="0">
            <a:spAutoFit/>
          </a:bodyPr>
          <a:lstStyle/>
          <a:p>
            <a:r>
              <a:rPr lang="en-US" dirty="0">
                <a:latin typeface="Trebuchet MS" panose="020B0703020202090204" pitchFamily="34" charset="0"/>
              </a:rPr>
              <a:t>Machine Data Collection</a:t>
            </a:r>
          </a:p>
        </p:txBody>
      </p:sp>
      <p:pic>
        <p:nvPicPr>
          <p:cNvPr id="3074" name="Picture 2" descr="Pcb Icon PNG Images, Vectors Free Download - Pngtree">
            <a:extLst>
              <a:ext uri="{FF2B5EF4-FFF2-40B4-BE49-F238E27FC236}">
                <a16:creationId xmlns:a16="http://schemas.microsoft.com/office/drawing/2014/main" id="{60C5B6A2-5870-D3E5-A09E-A54CDDEF8D4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97306" y="4768000"/>
            <a:ext cx="573877" cy="573877"/>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D3C6ADF9-CA2D-476C-14EB-C54AECF117E7}"/>
              </a:ext>
            </a:extLst>
          </p:cNvPr>
          <p:cNvSpPr txBox="1"/>
          <p:nvPr/>
        </p:nvSpPr>
        <p:spPr>
          <a:xfrm>
            <a:off x="915382" y="5528441"/>
            <a:ext cx="2481641" cy="938719"/>
          </a:xfrm>
          <a:prstGeom prst="rect">
            <a:avLst/>
          </a:prstGeom>
          <a:noFill/>
        </p:spPr>
        <p:txBody>
          <a:bodyPr wrap="square" rtlCol="0">
            <a:spAutoFit/>
          </a:bodyPr>
          <a:lstStyle/>
          <a:p>
            <a:pPr marL="171450" indent="-171450">
              <a:buFont typeface="Arial" panose="020B0604020202020204" pitchFamily="34" charset="0"/>
              <a:buChar char="•"/>
            </a:pPr>
            <a:r>
              <a:rPr lang="en-IN" sz="1100" dirty="0">
                <a:solidFill>
                  <a:schemeClr val="bg1">
                    <a:lumMod val="50000"/>
                  </a:schemeClr>
                </a:solidFill>
                <a:latin typeface="Trebuchet MS" panose="020B0703020202090204" pitchFamily="34" charset="0"/>
              </a:rPr>
              <a:t>Collect real-time data from the machine.</a:t>
            </a:r>
          </a:p>
          <a:p>
            <a:pPr marL="171450" indent="-171450">
              <a:buFont typeface="Arial" panose="020B0604020202020204" pitchFamily="34" charset="0"/>
              <a:buChar char="•"/>
            </a:pPr>
            <a:r>
              <a:rPr lang="en-IN" sz="1100" dirty="0">
                <a:solidFill>
                  <a:schemeClr val="bg1">
                    <a:lumMod val="50000"/>
                  </a:schemeClr>
                </a:solidFill>
                <a:latin typeface="Trebuchet MS" panose="020B0703020202090204" pitchFamily="34" charset="0"/>
              </a:rPr>
              <a:t>Execute operational commands from HMI on the machine (e.g., turning on Setup mode in a CNC).</a:t>
            </a:r>
          </a:p>
        </p:txBody>
      </p:sp>
      <p:cxnSp>
        <p:nvCxnSpPr>
          <p:cNvPr id="18" name="Straight Arrow Connector 17">
            <a:extLst>
              <a:ext uri="{FF2B5EF4-FFF2-40B4-BE49-F238E27FC236}">
                <a16:creationId xmlns:a16="http://schemas.microsoft.com/office/drawing/2014/main" id="{41A73D9E-5538-F3A7-3E49-ADF6E122DACB}"/>
              </a:ext>
            </a:extLst>
          </p:cNvPr>
          <p:cNvCxnSpPr>
            <a:cxnSpLocks/>
          </p:cNvCxnSpPr>
          <p:nvPr/>
        </p:nvCxnSpPr>
        <p:spPr>
          <a:xfrm>
            <a:off x="1791069" y="5054938"/>
            <a:ext cx="5842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ounded Rectangle 19">
            <a:extLst>
              <a:ext uri="{FF2B5EF4-FFF2-40B4-BE49-F238E27FC236}">
                <a16:creationId xmlns:a16="http://schemas.microsoft.com/office/drawing/2014/main" id="{3323F053-645F-F51B-3587-DE4F2B5EA2A9}"/>
              </a:ext>
            </a:extLst>
          </p:cNvPr>
          <p:cNvSpPr>
            <a:spLocks/>
          </p:cNvSpPr>
          <p:nvPr/>
        </p:nvSpPr>
        <p:spPr>
          <a:xfrm>
            <a:off x="844000" y="1229313"/>
            <a:ext cx="2624413" cy="2527738"/>
          </a:xfrm>
          <a:prstGeom prst="roundRect">
            <a:avLst>
              <a:gd name="adj" fmla="val 4944"/>
            </a:avLst>
          </a:prstGeom>
          <a:noFill/>
          <a:ln w="12700"/>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Trebuchet MS" panose="020B0703020202090204" pitchFamily="34" charset="0"/>
            </a:endParaRPr>
          </a:p>
        </p:txBody>
      </p:sp>
      <p:sp>
        <p:nvSpPr>
          <p:cNvPr id="22" name="TextBox 21">
            <a:extLst>
              <a:ext uri="{FF2B5EF4-FFF2-40B4-BE49-F238E27FC236}">
                <a16:creationId xmlns:a16="http://schemas.microsoft.com/office/drawing/2014/main" id="{B49560A6-A3C3-BC8D-7103-51E81250945E}"/>
              </a:ext>
            </a:extLst>
          </p:cNvPr>
          <p:cNvSpPr txBox="1"/>
          <p:nvPr/>
        </p:nvSpPr>
        <p:spPr>
          <a:xfrm>
            <a:off x="843992" y="1276362"/>
            <a:ext cx="2553031" cy="646331"/>
          </a:xfrm>
          <a:prstGeom prst="rect">
            <a:avLst/>
          </a:prstGeom>
          <a:noFill/>
        </p:spPr>
        <p:txBody>
          <a:bodyPr wrap="square" rtlCol="0">
            <a:spAutoFit/>
          </a:bodyPr>
          <a:lstStyle/>
          <a:p>
            <a:pPr algn="ctr"/>
            <a:r>
              <a:rPr lang="en-US" dirty="0">
                <a:latin typeface="Trebuchet MS" panose="020B0703020202090204" pitchFamily="34" charset="0"/>
              </a:rPr>
              <a:t>HMI (Human Machine interface)</a:t>
            </a:r>
          </a:p>
        </p:txBody>
      </p:sp>
      <p:sp>
        <p:nvSpPr>
          <p:cNvPr id="27" name="TextBox 26">
            <a:extLst>
              <a:ext uri="{FF2B5EF4-FFF2-40B4-BE49-F238E27FC236}">
                <a16:creationId xmlns:a16="http://schemas.microsoft.com/office/drawing/2014/main" id="{1DE6CBB9-8593-F4EC-D0C3-72DA7511DDA8}"/>
              </a:ext>
            </a:extLst>
          </p:cNvPr>
          <p:cNvSpPr txBox="1"/>
          <p:nvPr/>
        </p:nvSpPr>
        <p:spPr>
          <a:xfrm>
            <a:off x="911299" y="2899768"/>
            <a:ext cx="2485724"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solidFill>
                  <a:schemeClr val="bg1">
                    <a:lumMod val="50000"/>
                  </a:schemeClr>
                </a:solidFill>
                <a:latin typeface="Trebuchet MS" panose="020B0703020202090204" pitchFamily="34" charset="0"/>
              </a:rPr>
              <a:t>A Custom designed unified HMI application to control and monitor operations of the cell</a:t>
            </a:r>
          </a:p>
        </p:txBody>
      </p:sp>
      <p:sp>
        <p:nvSpPr>
          <p:cNvPr id="28" name="Rounded Rectangle 27">
            <a:extLst>
              <a:ext uri="{FF2B5EF4-FFF2-40B4-BE49-F238E27FC236}">
                <a16:creationId xmlns:a16="http://schemas.microsoft.com/office/drawing/2014/main" id="{686EFB24-0D63-263C-7341-6107C99DDD26}"/>
              </a:ext>
            </a:extLst>
          </p:cNvPr>
          <p:cNvSpPr/>
          <p:nvPr/>
        </p:nvSpPr>
        <p:spPr>
          <a:xfrm>
            <a:off x="4378557" y="1232255"/>
            <a:ext cx="3342494" cy="5314791"/>
          </a:xfrm>
          <a:prstGeom prst="roundRect">
            <a:avLst>
              <a:gd name="adj" fmla="val 4567"/>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Trebuchet MS" panose="020B0703020202090204" pitchFamily="34" charset="0"/>
            </a:endParaRPr>
          </a:p>
        </p:txBody>
      </p:sp>
      <p:sp>
        <p:nvSpPr>
          <p:cNvPr id="29" name="TextBox 28">
            <a:extLst>
              <a:ext uri="{FF2B5EF4-FFF2-40B4-BE49-F238E27FC236}">
                <a16:creationId xmlns:a16="http://schemas.microsoft.com/office/drawing/2014/main" id="{3ADBAB28-E5B4-4CEE-76DA-77409C359001}"/>
              </a:ext>
            </a:extLst>
          </p:cNvPr>
          <p:cNvSpPr txBox="1"/>
          <p:nvPr/>
        </p:nvSpPr>
        <p:spPr>
          <a:xfrm>
            <a:off x="4342867" y="1279305"/>
            <a:ext cx="3342494" cy="369332"/>
          </a:xfrm>
          <a:prstGeom prst="rect">
            <a:avLst/>
          </a:prstGeom>
          <a:noFill/>
        </p:spPr>
        <p:txBody>
          <a:bodyPr wrap="square" rtlCol="0">
            <a:spAutoFit/>
          </a:bodyPr>
          <a:lstStyle/>
          <a:p>
            <a:pPr algn="ctr"/>
            <a:r>
              <a:rPr lang="en-US" dirty="0">
                <a:latin typeface="Trebuchet MS" panose="020B0703020202090204" pitchFamily="34" charset="0"/>
              </a:rPr>
              <a:t>Server</a:t>
            </a:r>
          </a:p>
        </p:txBody>
      </p:sp>
      <p:pic>
        <p:nvPicPr>
          <p:cNvPr id="31" name="Picture 4" descr="Server - Free technology icons">
            <a:extLst>
              <a:ext uri="{FF2B5EF4-FFF2-40B4-BE49-F238E27FC236}">
                <a16:creationId xmlns:a16="http://schemas.microsoft.com/office/drawing/2014/main" id="{F94F73A2-901F-EE7E-ED5C-433DC064143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04077" y="3163685"/>
            <a:ext cx="820074" cy="820074"/>
          </a:xfrm>
          <a:prstGeom prst="rect">
            <a:avLst/>
          </a:prstGeom>
          <a:noFill/>
          <a:extLst>
            <a:ext uri="{909E8E84-426E-40DD-AFC4-6F175D3DCCD1}">
              <a14:hiddenFill xmlns:a14="http://schemas.microsoft.com/office/drawing/2010/main">
                <a:solidFill>
                  <a:srgbClr val="FFFFFF"/>
                </a:solidFill>
              </a14:hiddenFill>
            </a:ext>
          </a:extLst>
        </p:spPr>
      </p:pic>
      <p:pic>
        <p:nvPicPr>
          <p:cNvPr id="33" name="Graphic 32">
            <a:extLst>
              <a:ext uri="{FF2B5EF4-FFF2-40B4-BE49-F238E27FC236}">
                <a16:creationId xmlns:a16="http://schemas.microsoft.com/office/drawing/2014/main" id="{6E2C8DDB-8B03-8D7D-3D3C-A9D5B333E91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24361" y="2046536"/>
            <a:ext cx="579506" cy="820074"/>
          </a:xfrm>
          <a:prstGeom prst="rect">
            <a:avLst/>
          </a:prstGeom>
        </p:spPr>
      </p:pic>
      <p:sp>
        <p:nvSpPr>
          <p:cNvPr id="35" name="TextBox 34">
            <a:extLst>
              <a:ext uri="{FF2B5EF4-FFF2-40B4-BE49-F238E27FC236}">
                <a16:creationId xmlns:a16="http://schemas.microsoft.com/office/drawing/2014/main" id="{088393CB-40AF-00F2-E304-F08C123BA958}"/>
              </a:ext>
            </a:extLst>
          </p:cNvPr>
          <p:cNvSpPr txBox="1"/>
          <p:nvPr/>
        </p:nvSpPr>
        <p:spPr>
          <a:xfrm>
            <a:off x="4551422" y="4767461"/>
            <a:ext cx="3062996" cy="1277273"/>
          </a:xfrm>
          <a:prstGeom prst="rect">
            <a:avLst/>
          </a:prstGeom>
          <a:noFill/>
        </p:spPr>
        <p:txBody>
          <a:bodyPr wrap="square" rtlCol="0">
            <a:spAutoFit/>
          </a:bodyPr>
          <a:lstStyle/>
          <a:p>
            <a:pPr marL="171450" indent="-171450">
              <a:buFont typeface="Arial" panose="020B0604020202020204" pitchFamily="34" charset="0"/>
              <a:buChar char="•"/>
            </a:pPr>
            <a:r>
              <a:rPr lang="en-IN" sz="1100" dirty="0">
                <a:solidFill>
                  <a:schemeClr val="bg1">
                    <a:lumMod val="50000"/>
                  </a:schemeClr>
                </a:solidFill>
                <a:latin typeface="Trebuchet MS" panose="020B0703020202090204" pitchFamily="34" charset="0"/>
              </a:rPr>
              <a:t>Collect and process real-time data from the Machine PCB using custom designed scalable </a:t>
            </a:r>
            <a:r>
              <a:rPr lang="en-IN" sz="1100" dirty="0">
                <a:latin typeface="Trebuchet MS" panose="020B0703020202090204" pitchFamily="34" charset="0"/>
              </a:rPr>
              <a:t>Master App.</a:t>
            </a:r>
          </a:p>
          <a:p>
            <a:pPr marL="171450" indent="-171450">
              <a:buFont typeface="Arial" panose="020B0604020202020204" pitchFamily="34" charset="0"/>
              <a:buChar char="•"/>
            </a:pPr>
            <a:r>
              <a:rPr lang="en-IN" sz="1100" dirty="0">
                <a:solidFill>
                  <a:schemeClr val="bg1">
                    <a:lumMod val="50000"/>
                  </a:schemeClr>
                </a:solidFill>
                <a:latin typeface="Trebuchet MS" panose="020B0703020202090204" pitchFamily="34" charset="0"/>
              </a:rPr>
              <a:t>Store and manage data using PostgreSQL for scalability and consistency.</a:t>
            </a:r>
          </a:p>
          <a:p>
            <a:pPr marL="171450" indent="-171450">
              <a:buFont typeface="Arial" panose="020B0604020202020204" pitchFamily="34" charset="0"/>
              <a:buChar char="•"/>
            </a:pPr>
            <a:r>
              <a:rPr lang="en-IN" sz="1100" dirty="0">
                <a:latin typeface="Trebuchet MS" panose="020B0703020202090204" pitchFamily="34" charset="0"/>
              </a:rPr>
              <a:t>Master App </a:t>
            </a:r>
            <a:r>
              <a:rPr lang="en-IN" sz="1100" dirty="0">
                <a:solidFill>
                  <a:schemeClr val="bg1">
                    <a:lumMod val="50000"/>
                  </a:schemeClr>
                </a:solidFill>
                <a:latin typeface="Trebuchet MS" panose="020B0703020202090204" pitchFamily="34" charset="0"/>
              </a:rPr>
              <a:t>acts as a control hub between the HMI and Machine PCB.</a:t>
            </a:r>
          </a:p>
        </p:txBody>
      </p:sp>
      <p:sp>
        <p:nvSpPr>
          <p:cNvPr id="39" name="Rounded Rectangle 38">
            <a:extLst>
              <a:ext uri="{FF2B5EF4-FFF2-40B4-BE49-F238E27FC236}">
                <a16:creationId xmlns:a16="http://schemas.microsoft.com/office/drawing/2014/main" id="{ECE6761E-FBAC-4DD0-4550-A72CB295B36C}"/>
              </a:ext>
            </a:extLst>
          </p:cNvPr>
          <p:cNvSpPr/>
          <p:nvPr/>
        </p:nvSpPr>
        <p:spPr>
          <a:xfrm>
            <a:off x="8631195" y="1228236"/>
            <a:ext cx="2624413" cy="2548143"/>
          </a:xfrm>
          <a:prstGeom prst="roundRect">
            <a:avLst>
              <a:gd name="adj" fmla="val 4274"/>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Trebuchet MS" panose="020B0703020202090204" pitchFamily="34" charset="0"/>
            </a:endParaRPr>
          </a:p>
        </p:txBody>
      </p:sp>
      <p:sp>
        <p:nvSpPr>
          <p:cNvPr id="40" name="Rounded Rectangle 39">
            <a:extLst>
              <a:ext uri="{FF2B5EF4-FFF2-40B4-BE49-F238E27FC236}">
                <a16:creationId xmlns:a16="http://schemas.microsoft.com/office/drawing/2014/main" id="{7CB00316-B9B7-6DEE-E977-D19467042E62}"/>
              </a:ext>
            </a:extLst>
          </p:cNvPr>
          <p:cNvSpPr/>
          <p:nvPr/>
        </p:nvSpPr>
        <p:spPr>
          <a:xfrm>
            <a:off x="8631195" y="4016152"/>
            <a:ext cx="2624413" cy="2527738"/>
          </a:xfrm>
          <a:prstGeom prst="roundRect">
            <a:avLst>
              <a:gd name="adj" fmla="val 5279"/>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Trebuchet MS" panose="020B0703020202090204" pitchFamily="34" charset="0"/>
            </a:endParaRPr>
          </a:p>
        </p:txBody>
      </p:sp>
      <p:sp>
        <p:nvSpPr>
          <p:cNvPr id="43" name="TextBox 42">
            <a:extLst>
              <a:ext uri="{FF2B5EF4-FFF2-40B4-BE49-F238E27FC236}">
                <a16:creationId xmlns:a16="http://schemas.microsoft.com/office/drawing/2014/main" id="{B5D6DE55-D65E-8A05-DBB3-1608ACE7828F}"/>
              </a:ext>
            </a:extLst>
          </p:cNvPr>
          <p:cNvSpPr txBox="1"/>
          <p:nvPr/>
        </p:nvSpPr>
        <p:spPr>
          <a:xfrm>
            <a:off x="8666885" y="1295691"/>
            <a:ext cx="2553031" cy="369332"/>
          </a:xfrm>
          <a:prstGeom prst="rect">
            <a:avLst/>
          </a:prstGeom>
          <a:noFill/>
        </p:spPr>
        <p:txBody>
          <a:bodyPr wrap="square" rtlCol="0">
            <a:spAutoFit/>
          </a:bodyPr>
          <a:lstStyle/>
          <a:p>
            <a:pPr algn="ctr"/>
            <a:r>
              <a:rPr lang="en-US" dirty="0">
                <a:latin typeface="Trebuchet MS" panose="020B0703020202090204" pitchFamily="34" charset="0"/>
              </a:rPr>
              <a:t>Dashboard</a:t>
            </a:r>
          </a:p>
        </p:txBody>
      </p:sp>
      <p:sp>
        <p:nvSpPr>
          <p:cNvPr id="44" name="TextBox 43">
            <a:extLst>
              <a:ext uri="{FF2B5EF4-FFF2-40B4-BE49-F238E27FC236}">
                <a16:creationId xmlns:a16="http://schemas.microsoft.com/office/drawing/2014/main" id="{5EEC9878-0535-A2FD-383F-36E7E3B8BF48}"/>
              </a:ext>
            </a:extLst>
          </p:cNvPr>
          <p:cNvSpPr txBox="1"/>
          <p:nvPr/>
        </p:nvSpPr>
        <p:spPr>
          <a:xfrm>
            <a:off x="8666885" y="4096393"/>
            <a:ext cx="2553031" cy="646331"/>
          </a:xfrm>
          <a:prstGeom prst="rect">
            <a:avLst/>
          </a:prstGeom>
          <a:noFill/>
        </p:spPr>
        <p:txBody>
          <a:bodyPr wrap="square" rtlCol="0">
            <a:spAutoFit/>
          </a:bodyPr>
          <a:lstStyle/>
          <a:p>
            <a:pPr algn="ctr"/>
            <a:r>
              <a:rPr lang="en-US" dirty="0">
                <a:latin typeface="Trebuchet MS" panose="020B0703020202090204" pitchFamily="34" charset="0"/>
              </a:rPr>
              <a:t>Operational Report Suite</a:t>
            </a:r>
          </a:p>
        </p:txBody>
      </p:sp>
      <p:pic>
        <p:nvPicPr>
          <p:cNvPr id="45" name="Picture 44">
            <a:extLst>
              <a:ext uri="{FF2B5EF4-FFF2-40B4-BE49-F238E27FC236}">
                <a16:creationId xmlns:a16="http://schemas.microsoft.com/office/drawing/2014/main" id="{6B474E1A-DD41-CB3A-3D4F-6B3D0CC31BA8}"/>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563169" y="1918489"/>
            <a:ext cx="760462" cy="693985"/>
          </a:xfrm>
          <a:prstGeom prst="rect">
            <a:avLst/>
          </a:prstGeom>
        </p:spPr>
      </p:pic>
      <p:cxnSp>
        <p:nvCxnSpPr>
          <p:cNvPr id="49" name="Straight Arrow Connector 48">
            <a:extLst>
              <a:ext uri="{FF2B5EF4-FFF2-40B4-BE49-F238E27FC236}">
                <a16:creationId xmlns:a16="http://schemas.microsoft.com/office/drawing/2014/main" id="{B6C7C568-37D6-8BA6-C87F-164B640FA622}"/>
              </a:ext>
            </a:extLst>
          </p:cNvPr>
          <p:cNvCxnSpPr>
            <a:cxnSpLocks/>
            <a:stCxn id="10" idx="3"/>
          </p:cNvCxnSpPr>
          <p:nvPr/>
        </p:nvCxnSpPr>
        <p:spPr>
          <a:xfrm flipV="1">
            <a:off x="3468413" y="5280021"/>
            <a:ext cx="910144" cy="21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D185F706-9841-656C-7FAE-AF99BFB23C76}"/>
              </a:ext>
            </a:extLst>
          </p:cNvPr>
          <p:cNvCxnSpPr>
            <a:cxnSpLocks/>
            <a:stCxn id="20" idx="3"/>
          </p:cNvCxnSpPr>
          <p:nvPr/>
        </p:nvCxnSpPr>
        <p:spPr>
          <a:xfrm>
            <a:off x="3468413" y="2493182"/>
            <a:ext cx="91014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4BC50A99-A754-1356-4855-915413097BAC}"/>
              </a:ext>
            </a:extLst>
          </p:cNvPr>
          <p:cNvCxnSpPr>
            <a:cxnSpLocks/>
          </p:cNvCxnSpPr>
          <p:nvPr/>
        </p:nvCxnSpPr>
        <p:spPr>
          <a:xfrm>
            <a:off x="6014114" y="2774820"/>
            <a:ext cx="0" cy="3979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075" name="TextBox 3074">
            <a:extLst>
              <a:ext uri="{FF2B5EF4-FFF2-40B4-BE49-F238E27FC236}">
                <a16:creationId xmlns:a16="http://schemas.microsoft.com/office/drawing/2014/main" id="{17900FCB-A6D8-D2E0-C660-D48625AA0B72}"/>
              </a:ext>
            </a:extLst>
          </p:cNvPr>
          <p:cNvSpPr txBox="1"/>
          <p:nvPr/>
        </p:nvSpPr>
        <p:spPr>
          <a:xfrm>
            <a:off x="5570723" y="3940240"/>
            <a:ext cx="922047" cy="261610"/>
          </a:xfrm>
          <a:prstGeom prst="rect">
            <a:avLst/>
          </a:prstGeom>
          <a:noFill/>
        </p:spPr>
        <p:txBody>
          <a:bodyPr wrap="none" rtlCol="0">
            <a:spAutoFit/>
          </a:bodyPr>
          <a:lstStyle/>
          <a:p>
            <a:r>
              <a:rPr lang="en-US" sz="1100" dirty="0">
                <a:latin typeface="Trebuchet MS" panose="020B0703020202090204" pitchFamily="34" charset="0"/>
              </a:rPr>
              <a:t>Master App</a:t>
            </a:r>
          </a:p>
        </p:txBody>
      </p:sp>
      <p:sp>
        <p:nvSpPr>
          <p:cNvPr id="3077" name="TextBox 3076">
            <a:extLst>
              <a:ext uri="{FF2B5EF4-FFF2-40B4-BE49-F238E27FC236}">
                <a16:creationId xmlns:a16="http://schemas.microsoft.com/office/drawing/2014/main" id="{8E7B11F7-43C7-ABC9-17C2-BB0B1E78DC63}"/>
              </a:ext>
            </a:extLst>
          </p:cNvPr>
          <p:cNvSpPr txBox="1"/>
          <p:nvPr/>
        </p:nvSpPr>
        <p:spPr>
          <a:xfrm>
            <a:off x="6232867" y="2320891"/>
            <a:ext cx="782587" cy="261610"/>
          </a:xfrm>
          <a:prstGeom prst="rect">
            <a:avLst/>
          </a:prstGeom>
          <a:noFill/>
        </p:spPr>
        <p:txBody>
          <a:bodyPr wrap="none" rtlCol="0">
            <a:spAutoFit/>
          </a:bodyPr>
          <a:lstStyle/>
          <a:p>
            <a:r>
              <a:rPr lang="en-US" sz="1100" dirty="0">
                <a:latin typeface="Trebuchet MS" panose="020B0703020202090204" pitchFamily="34" charset="0"/>
              </a:rPr>
              <a:t>Database</a:t>
            </a:r>
          </a:p>
        </p:txBody>
      </p:sp>
      <p:sp>
        <p:nvSpPr>
          <p:cNvPr id="3078" name="TextBox 3077">
            <a:extLst>
              <a:ext uri="{FF2B5EF4-FFF2-40B4-BE49-F238E27FC236}">
                <a16:creationId xmlns:a16="http://schemas.microsoft.com/office/drawing/2014/main" id="{C9DD5689-B6C0-2B4C-C90B-07B777192494}"/>
              </a:ext>
            </a:extLst>
          </p:cNvPr>
          <p:cNvSpPr txBox="1"/>
          <p:nvPr/>
        </p:nvSpPr>
        <p:spPr>
          <a:xfrm>
            <a:off x="8768392" y="2760716"/>
            <a:ext cx="2350016" cy="938719"/>
          </a:xfrm>
          <a:prstGeom prst="rect">
            <a:avLst/>
          </a:prstGeom>
          <a:noFill/>
        </p:spPr>
        <p:txBody>
          <a:bodyPr wrap="square" rtlCol="0">
            <a:spAutoFit/>
          </a:bodyPr>
          <a:lstStyle/>
          <a:p>
            <a:pPr marL="171450" indent="-171450">
              <a:buFont typeface="Arial" panose="020B0604020202020204" pitchFamily="34" charset="0"/>
              <a:buChar char="•"/>
            </a:pPr>
            <a:r>
              <a:rPr lang="en-US" sz="1100" dirty="0">
                <a:solidFill>
                  <a:schemeClr val="bg1">
                    <a:lumMod val="50000"/>
                  </a:schemeClr>
                </a:solidFill>
                <a:latin typeface="Trebuchet MS" panose="020B0703020202090204" pitchFamily="34" charset="0"/>
              </a:rPr>
              <a:t>A customized real time progress tracking dashboards built using opensource web frameworks for inter operability and scalability  </a:t>
            </a:r>
          </a:p>
        </p:txBody>
      </p:sp>
      <p:pic>
        <p:nvPicPr>
          <p:cNvPr id="3081" name="Picture 16" descr="Graph chart report icon Outline graph chart report vector icon for web  design isolated on white background | Premium Vector">
            <a:extLst>
              <a:ext uri="{FF2B5EF4-FFF2-40B4-BE49-F238E27FC236}">
                <a16:creationId xmlns:a16="http://schemas.microsoft.com/office/drawing/2014/main" id="{013E2699-7349-202C-622F-3CCF3EDA8B8F}"/>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601945" y="4655126"/>
            <a:ext cx="682909" cy="682909"/>
          </a:xfrm>
          <a:prstGeom prst="rect">
            <a:avLst/>
          </a:prstGeom>
          <a:noFill/>
          <a:extLst>
            <a:ext uri="{909E8E84-426E-40DD-AFC4-6F175D3DCCD1}">
              <a14:hiddenFill xmlns:a14="http://schemas.microsoft.com/office/drawing/2010/main">
                <a:solidFill>
                  <a:srgbClr val="FFFFFF"/>
                </a:solidFill>
              </a14:hiddenFill>
            </a:ext>
          </a:extLst>
        </p:spPr>
      </p:pic>
      <p:sp>
        <p:nvSpPr>
          <p:cNvPr id="3082" name="TextBox 3081">
            <a:extLst>
              <a:ext uri="{FF2B5EF4-FFF2-40B4-BE49-F238E27FC236}">
                <a16:creationId xmlns:a16="http://schemas.microsoft.com/office/drawing/2014/main" id="{145610FD-1D48-B409-902E-A1D38557FD1B}"/>
              </a:ext>
            </a:extLst>
          </p:cNvPr>
          <p:cNvSpPr txBox="1"/>
          <p:nvPr/>
        </p:nvSpPr>
        <p:spPr>
          <a:xfrm>
            <a:off x="8702577" y="5527436"/>
            <a:ext cx="2553031" cy="430887"/>
          </a:xfrm>
          <a:prstGeom prst="rect">
            <a:avLst/>
          </a:prstGeom>
          <a:noFill/>
        </p:spPr>
        <p:txBody>
          <a:bodyPr wrap="square" rtlCol="0">
            <a:spAutoFit/>
          </a:bodyPr>
          <a:lstStyle/>
          <a:p>
            <a:r>
              <a:rPr lang="en-US" sz="1100" dirty="0">
                <a:solidFill>
                  <a:schemeClr val="bg1">
                    <a:lumMod val="50000"/>
                  </a:schemeClr>
                </a:solidFill>
                <a:latin typeface="Trebuchet MS" panose="020B0703020202090204" pitchFamily="34" charset="0"/>
              </a:rPr>
              <a:t>A Custom designed suite of day to day reports and monitoring platform  </a:t>
            </a:r>
          </a:p>
        </p:txBody>
      </p:sp>
      <p:cxnSp>
        <p:nvCxnSpPr>
          <p:cNvPr id="3085" name="Straight Arrow Connector 3084">
            <a:extLst>
              <a:ext uri="{FF2B5EF4-FFF2-40B4-BE49-F238E27FC236}">
                <a16:creationId xmlns:a16="http://schemas.microsoft.com/office/drawing/2014/main" id="{5C40C898-12B2-1DAC-D223-EE304391747A}"/>
              </a:ext>
            </a:extLst>
          </p:cNvPr>
          <p:cNvCxnSpPr>
            <a:cxnSpLocks/>
            <a:endCxn id="39" idx="1"/>
          </p:cNvCxnSpPr>
          <p:nvPr/>
        </p:nvCxnSpPr>
        <p:spPr>
          <a:xfrm>
            <a:off x="7731967" y="2502308"/>
            <a:ext cx="89922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90" name="Straight Arrow Connector 3089">
            <a:extLst>
              <a:ext uri="{FF2B5EF4-FFF2-40B4-BE49-F238E27FC236}">
                <a16:creationId xmlns:a16="http://schemas.microsoft.com/office/drawing/2014/main" id="{3E791A4C-3C3D-240A-590C-468FD411596B}"/>
              </a:ext>
            </a:extLst>
          </p:cNvPr>
          <p:cNvCxnSpPr>
            <a:cxnSpLocks/>
            <a:endCxn id="40" idx="1"/>
          </p:cNvCxnSpPr>
          <p:nvPr/>
        </p:nvCxnSpPr>
        <p:spPr>
          <a:xfrm>
            <a:off x="7683024" y="5280021"/>
            <a:ext cx="94817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6148" name="Picture 4" descr="React logo landscape transparent PNG - StickPNG">
            <a:extLst>
              <a:ext uri="{FF2B5EF4-FFF2-40B4-BE49-F238E27FC236}">
                <a16:creationId xmlns:a16="http://schemas.microsoft.com/office/drawing/2014/main" id="{0244EB61-223A-4842-3CDE-DCC346106531}"/>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98790" y="2133956"/>
            <a:ext cx="734626" cy="411391"/>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Python Logo, symbol, meaning, history, PNG, brand">
            <a:extLst>
              <a:ext uri="{FF2B5EF4-FFF2-40B4-BE49-F238E27FC236}">
                <a16:creationId xmlns:a16="http://schemas.microsoft.com/office/drawing/2014/main" id="{E8E4CD38-8382-1CB6-D935-EC6DE8515254}"/>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684466" y="2004011"/>
            <a:ext cx="732866" cy="41223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React logo landscape transparent PNG - StickPNG">
            <a:extLst>
              <a:ext uri="{FF2B5EF4-FFF2-40B4-BE49-F238E27FC236}">
                <a16:creationId xmlns:a16="http://schemas.microsoft.com/office/drawing/2014/main" id="{CCB19096-FF21-329E-C93B-635E48539AED}"/>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684415" y="3479704"/>
            <a:ext cx="734626" cy="4113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Python Logo, symbol, meaning, history, PNG, brand">
            <a:extLst>
              <a:ext uri="{FF2B5EF4-FFF2-40B4-BE49-F238E27FC236}">
                <a16:creationId xmlns:a16="http://schemas.microsoft.com/office/drawing/2014/main" id="{C7EC93F8-811C-58B6-69CB-EE858B63A467}"/>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644561" y="3482952"/>
            <a:ext cx="732866" cy="41223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React logo landscape transparent PNG - StickPNG">
            <a:extLst>
              <a:ext uri="{FF2B5EF4-FFF2-40B4-BE49-F238E27FC236}">
                <a16:creationId xmlns:a16="http://schemas.microsoft.com/office/drawing/2014/main" id="{B4AD4A77-6FC3-7E61-E22B-9492BAC426E2}"/>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740784" y="2018071"/>
            <a:ext cx="734626" cy="4113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React logo landscape transparent PNG - StickPNG">
            <a:extLst>
              <a:ext uri="{FF2B5EF4-FFF2-40B4-BE49-F238E27FC236}">
                <a16:creationId xmlns:a16="http://schemas.microsoft.com/office/drawing/2014/main" id="{09EA7934-857F-1A79-8906-D462E4AD34E6}"/>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760135" y="4702153"/>
            <a:ext cx="734626" cy="41139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Python Logo, symbol, meaning, history, PNG, brand">
            <a:extLst>
              <a:ext uri="{FF2B5EF4-FFF2-40B4-BE49-F238E27FC236}">
                <a16:creationId xmlns:a16="http://schemas.microsoft.com/office/drawing/2014/main" id="{7061D935-C88F-8211-BADB-A06D0974FA71}"/>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400931" y="4701307"/>
            <a:ext cx="732866" cy="412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287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C70C5B-880D-A790-D4E3-2C3D803387E6}"/>
            </a:ext>
          </a:extLst>
        </p:cNvPr>
        <p:cNvGrpSpPr/>
        <p:nvPr/>
      </p:nvGrpSpPr>
      <p:grpSpPr>
        <a:xfrm>
          <a:off x="0" y="0"/>
          <a:ext cx="0" cy="0"/>
          <a:chOff x="0" y="0"/>
          <a:chExt cx="0" cy="0"/>
        </a:xfrm>
      </p:grpSpPr>
      <p:pic>
        <p:nvPicPr>
          <p:cNvPr id="3076" name="Picture 4" descr="270+ Hmi Stock Illustrations, Royalty-Free Vector Graphics &amp; Clip Art -  iStock | Hmi icon, Car hmi">
            <a:extLst>
              <a:ext uri="{FF2B5EF4-FFF2-40B4-BE49-F238E27FC236}">
                <a16:creationId xmlns:a16="http://schemas.microsoft.com/office/drawing/2014/main" id="{70B24EB4-07FD-685B-CD64-7298E94F2B1D}"/>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303" y="1678991"/>
            <a:ext cx="1434407" cy="143440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91465F11-CBCB-EEBA-DF78-E96233AA7CCF}"/>
              </a:ext>
            </a:extLst>
          </p:cNvPr>
          <p:cNvSpPr>
            <a:spLocks noGrp="1"/>
          </p:cNvSpPr>
          <p:nvPr>
            <p:ph type="title"/>
          </p:nvPr>
        </p:nvSpPr>
        <p:spPr>
          <a:xfrm>
            <a:off x="844000" y="299016"/>
            <a:ext cx="10504000" cy="848979"/>
          </a:xfrm>
        </p:spPr>
        <p:txBody>
          <a:bodyPr/>
          <a:lstStyle/>
          <a:p>
            <a:r>
              <a:rPr lang="en-US" dirty="0">
                <a:solidFill>
                  <a:srgbClr val="0D4D3C"/>
                </a:solidFill>
                <a:latin typeface="Trebuchet MS" panose="020B0703020202090204" pitchFamily="34" charset="0"/>
              </a:rPr>
              <a:t>Architecture</a:t>
            </a:r>
          </a:p>
        </p:txBody>
      </p:sp>
      <p:sp>
        <p:nvSpPr>
          <p:cNvPr id="10" name="Rounded Rectangle 9">
            <a:extLst>
              <a:ext uri="{FF2B5EF4-FFF2-40B4-BE49-F238E27FC236}">
                <a16:creationId xmlns:a16="http://schemas.microsoft.com/office/drawing/2014/main" id="{BC87E4A7-FF35-EE1C-8823-172B4B1D04DC}"/>
              </a:ext>
            </a:extLst>
          </p:cNvPr>
          <p:cNvSpPr/>
          <p:nvPr/>
        </p:nvSpPr>
        <p:spPr>
          <a:xfrm>
            <a:off x="844000" y="4016366"/>
            <a:ext cx="2624413" cy="2527738"/>
          </a:xfrm>
          <a:prstGeom prst="roundRect">
            <a:avLst>
              <a:gd name="adj" fmla="val 4609"/>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dirty="0">
              <a:latin typeface="Trebuchet MS" panose="020B0703020202090204" pitchFamily="34" charset="0"/>
            </a:endParaRPr>
          </a:p>
        </p:txBody>
      </p:sp>
      <p:pic>
        <p:nvPicPr>
          <p:cNvPr id="11" name="Picture 2" descr="11,600+ Robot Arm Icon Stock Illustrations, Royalty-Free Vector Graphics &amp;  Clip Art - iStock">
            <a:extLst>
              <a:ext uri="{FF2B5EF4-FFF2-40B4-BE49-F238E27FC236}">
                <a16:creationId xmlns:a16="http://schemas.microsoft.com/office/drawing/2014/main" id="{578F8FBA-F7D4-6D25-DFAA-138501369DA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5496" y="4702153"/>
            <a:ext cx="705573" cy="70557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1AD004E7-F164-ED08-2546-D39981D9DC42}"/>
              </a:ext>
            </a:extLst>
          </p:cNvPr>
          <p:cNvSpPr txBox="1"/>
          <p:nvPr/>
        </p:nvSpPr>
        <p:spPr>
          <a:xfrm>
            <a:off x="842771" y="4017184"/>
            <a:ext cx="2781531" cy="369332"/>
          </a:xfrm>
          <a:prstGeom prst="rect">
            <a:avLst/>
          </a:prstGeom>
          <a:noFill/>
        </p:spPr>
        <p:txBody>
          <a:bodyPr wrap="none" rtlCol="0">
            <a:spAutoFit/>
          </a:bodyPr>
          <a:lstStyle/>
          <a:p>
            <a:r>
              <a:rPr lang="en-US" dirty="0">
                <a:latin typeface="Trebuchet MS" panose="020B0703020202090204" pitchFamily="34" charset="0"/>
              </a:rPr>
              <a:t>Machine Data Collection</a:t>
            </a:r>
          </a:p>
        </p:txBody>
      </p:sp>
      <p:pic>
        <p:nvPicPr>
          <p:cNvPr id="3074" name="Picture 2" descr="Pcb Icon PNG Images, Vectors Free Download - Pngtree">
            <a:extLst>
              <a:ext uri="{FF2B5EF4-FFF2-40B4-BE49-F238E27FC236}">
                <a16:creationId xmlns:a16="http://schemas.microsoft.com/office/drawing/2014/main" id="{C0B33C7D-424E-7DF4-422C-42D558A9003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97306" y="4768000"/>
            <a:ext cx="573877" cy="573877"/>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3460E049-903B-D362-75FA-276E4CAD3AC1}"/>
              </a:ext>
            </a:extLst>
          </p:cNvPr>
          <p:cNvSpPr txBox="1"/>
          <p:nvPr/>
        </p:nvSpPr>
        <p:spPr>
          <a:xfrm>
            <a:off x="915382" y="5528441"/>
            <a:ext cx="2481641" cy="938719"/>
          </a:xfrm>
          <a:prstGeom prst="rect">
            <a:avLst/>
          </a:prstGeom>
          <a:noFill/>
        </p:spPr>
        <p:txBody>
          <a:bodyPr wrap="square" rtlCol="0">
            <a:spAutoFit/>
          </a:bodyPr>
          <a:lstStyle/>
          <a:p>
            <a:pPr marL="171450" indent="-171450">
              <a:buFont typeface="Arial" panose="020B0604020202020204" pitchFamily="34" charset="0"/>
              <a:buChar char="•"/>
            </a:pPr>
            <a:r>
              <a:rPr lang="en-IN" sz="1100" dirty="0">
                <a:solidFill>
                  <a:schemeClr val="bg1">
                    <a:lumMod val="50000"/>
                  </a:schemeClr>
                </a:solidFill>
                <a:latin typeface="Trebuchet MS" panose="020B0703020202090204" pitchFamily="34" charset="0"/>
              </a:rPr>
              <a:t>Collect real-time data from the machine.</a:t>
            </a:r>
          </a:p>
          <a:p>
            <a:pPr marL="171450" indent="-171450">
              <a:buFont typeface="Arial" panose="020B0604020202020204" pitchFamily="34" charset="0"/>
              <a:buChar char="•"/>
            </a:pPr>
            <a:r>
              <a:rPr lang="en-IN" sz="1100" dirty="0">
                <a:solidFill>
                  <a:schemeClr val="bg1">
                    <a:lumMod val="50000"/>
                  </a:schemeClr>
                </a:solidFill>
                <a:latin typeface="Trebuchet MS" panose="020B0703020202090204" pitchFamily="34" charset="0"/>
              </a:rPr>
              <a:t>Execute operational commands from HMI on the machine (e.g., turning on Setup mode in a CNC).</a:t>
            </a:r>
          </a:p>
        </p:txBody>
      </p:sp>
      <p:cxnSp>
        <p:nvCxnSpPr>
          <p:cNvPr id="18" name="Straight Arrow Connector 17">
            <a:extLst>
              <a:ext uri="{FF2B5EF4-FFF2-40B4-BE49-F238E27FC236}">
                <a16:creationId xmlns:a16="http://schemas.microsoft.com/office/drawing/2014/main" id="{7F8BAF8C-8304-79E9-79D9-F1FEF15D1FB9}"/>
              </a:ext>
            </a:extLst>
          </p:cNvPr>
          <p:cNvCxnSpPr>
            <a:cxnSpLocks/>
          </p:cNvCxnSpPr>
          <p:nvPr/>
        </p:nvCxnSpPr>
        <p:spPr>
          <a:xfrm>
            <a:off x="1791069" y="5054938"/>
            <a:ext cx="5842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ounded Rectangle 19">
            <a:extLst>
              <a:ext uri="{FF2B5EF4-FFF2-40B4-BE49-F238E27FC236}">
                <a16:creationId xmlns:a16="http://schemas.microsoft.com/office/drawing/2014/main" id="{030A07ED-D514-DC0C-E7EE-089FEBF7BB4B}"/>
              </a:ext>
            </a:extLst>
          </p:cNvPr>
          <p:cNvSpPr>
            <a:spLocks/>
          </p:cNvSpPr>
          <p:nvPr/>
        </p:nvSpPr>
        <p:spPr>
          <a:xfrm>
            <a:off x="844000" y="1229313"/>
            <a:ext cx="2624413" cy="2527738"/>
          </a:xfrm>
          <a:prstGeom prst="roundRect">
            <a:avLst>
              <a:gd name="adj" fmla="val 4944"/>
            </a:avLst>
          </a:prstGeom>
          <a:noFill/>
          <a:ln w="63500"/>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Trebuchet MS" panose="020B0703020202090204" pitchFamily="34" charset="0"/>
            </a:endParaRPr>
          </a:p>
        </p:txBody>
      </p:sp>
      <p:sp>
        <p:nvSpPr>
          <p:cNvPr id="22" name="TextBox 21">
            <a:extLst>
              <a:ext uri="{FF2B5EF4-FFF2-40B4-BE49-F238E27FC236}">
                <a16:creationId xmlns:a16="http://schemas.microsoft.com/office/drawing/2014/main" id="{D24D59BA-D009-465A-C116-53097801CBEC}"/>
              </a:ext>
            </a:extLst>
          </p:cNvPr>
          <p:cNvSpPr txBox="1"/>
          <p:nvPr/>
        </p:nvSpPr>
        <p:spPr>
          <a:xfrm>
            <a:off x="843992" y="1276362"/>
            <a:ext cx="2553031" cy="646331"/>
          </a:xfrm>
          <a:prstGeom prst="rect">
            <a:avLst/>
          </a:prstGeom>
          <a:noFill/>
        </p:spPr>
        <p:txBody>
          <a:bodyPr wrap="square" rtlCol="0">
            <a:spAutoFit/>
          </a:bodyPr>
          <a:lstStyle/>
          <a:p>
            <a:pPr algn="ctr"/>
            <a:r>
              <a:rPr lang="en-US" dirty="0">
                <a:latin typeface="Trebuchet MS" panose="020B0703020202090204" pitchFamily="34" charset="0"/>
              </a:rPr>
              <a:t>HMI (Human Machine interface)</a:t>
            </a:r>
          </a:p>
        </p:txBody>
      </p:sp>
      <p:sp>
        <p:nvSpPr>
          <p:cNvPr id="27" name="TextBox 26">
            <a:extLst>
              <a:ext uri="{FF2B5EF4-FFF2-40B4-BE49-F238E27FC236}">
                <a16:creationId xmlns:a16="http://schemas.microsoft.com/office/drawing/2014/main" id="{D9933E85-4BF8-8651-E02C-F847E2827658}"/>
              </a:ext>
            </a:extLst>
          </p:cNvPr>
          <p:cNvSpPr txBox="1"/>
          <p:nvPr/>
        </p:nvSpPr>
        <p:spPr>
          <a:xfrm>
            <a:off x="911299" y="2899768"/>
            <a:ext cx="2485724"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solidFill>
                  <a:schemeClr val="bg1">
                    <a:lumMod val="50000"/>
                  </a:schemeClr>
                </a:solidFill>
                <a:latin typeface="Trebuchet MS" panose="020B0703020202090204" pitchFamily="34" charset="0"/>
              </a:rPr>
              <a:t>A Custom designed unified HMI application to control and monitor operations of the cell</a:t>
            </a:r>
          </a:p>
        </p:txBody>
      </p:sp>
      <p:sp>
        <p:nvSpPr>
          <p:cNvPr id="28" name="Rounded Rectangle 27">
            <a:extLst>
              <a:ext uri="{FF2B5EF4-FFF2-40B4-BE49-F238E27FC236}">
                <a16:creationId xmlns:a16="http://schemas.microsoft.com/office/drawing/2014/main" id="{BCA56670-0577-E8D9-EF80-EFB6B667B8DA}"/>
              </a:ext>
            </a:extLst>
          </p:cNvPr>
          <p:cNvSpPr/>
          <p:nvPr/>
        </p:nvSpPr>
        <p:spPr>
          <a:xfrm>
            <a:off x="4378557" y="1232255"/>
            <a:ext cx="3342494" cy="5314791"/>
          </a:xfrm>
          <a:prstGeom prst="roundRect">
            <a:avLst>
              <a:gd name="adj" fmla="val 4567"/>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Trebuchet MS" panose="020B0703020202090204" pitchFamily="34" charset="0"/>
            </a:endParaRPr>
          </a:p>
        </p:txBody>
      </p:sp>
      <p:sp>
        <p:nvSpPr>
          <p:cNvPr id="29" name="TextBox 28">
            <a:extLst>
              <a:ext uri="{FF2B5EF4-FFF2-40B4-BE49-F238E27FC236}">
                <a16:creationId xmlns:a16="http://schemas.microsoft.com/office/drawing/2014/main" id="{384B3D4C-17EB-5818-0AA4-89DE6FB1093D}"/>
              </a:ext>
            </a:extLst>
          </p:cNvPr>
          <p:cNvSpPr txBox="1"/>
          <p:nvPr/>
        </p:nvSpPr>
        <p:spPr>
          <a:xfrm>
            <a:off x="4342867" y="1279305"/>
            <a:ext cx="3342494" cy="369332"/>
          </a:xfrm>
          <a:prstGeom prst="rect">
            <a:avLst/>
          </a:prstGeom>
          <a:noFill/>
        </p:spPr>
        <p:txBody>
          <a:bodyPr wrap="square" rtlCol="0">
            <a:spAutoFit/>
          </a:bodyPr>
          <a:lstStyle/>
          <a:p>
            <a:pPr algn="ctr"/>
            <a:r>
              <a:rPr lang="en-US" dirty="0">
                <a:latin typeface="Trebuchet MS" panose="020B0703020202090204" pitchFamily="34" charset="0"/>
              </a:rPr>
              <a:t>Server</a:t>
            </a:r>
          </a:p>
        </p:txBody>
      </p:sp>
      <p:pic>
        <p:nvPicPr>
          <p:cNvPr id="31" name="Picture 4" descr="Server - Free technology icons">
            <a:extLst>
              <a:ext uri="{FF2B5EF4-FFF2-40B4-BE49-F238E27FC236}">
                <a16:creationId xmlns:a16="http://schemas.microsoft.com/office/drawing/2014/main" id="{A1C72F44-27BB-5EC3-D9B9-A59419F1884E}"/>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04077" y="3163685"/>
            <a:ext cx="820074" cy="820074"/>
          </a:xfrm>
          <a:prstGeom prst="rect">
            <a:avLst/>
          </a:prstGeom>
          <a:noFill/>
          <a:extLst>
            <a:ext uri="{909E8E84-426E-40DD-AFC4-6F175D3DCCD1}">
              <a14:hiddenFill xmlns:a14="http://schemas.microsoft.com/office/drawing/2010/main">
                <a:solidFill>
                  <a:srgbClr val="FFFFFF"/>
                </a:solidFill>
              </a14:hiddenFill>
            </a:ext>
          </a:extLst>
        </p:spPr>
      </p:pic>
      <p:pic>
        <p:nvPicPr>
          <p:cNvPr id="33" name="Graphic 32">
            <a:extLst>
              <a:ext uri="{FF2B5EF4-FFF2-40B4-BE49-F238E27FC236}">
                <a16:creationId xmlns:a16="http://schemas.microsoft.com/office/drawing/2014/main" id="{3E7AA028-A783-1D5E-A147-2B3DA4DA92F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24361" y="2046536"/>
            <a:ext cx="579506" cy="820074"/>
          </a:xfrm>
          <a:prstGeom prst="rect">
            <a:avLst/>
          </a:prstGeom>
        </p:spPr>
      </p:pic>
      <p:sp>
        <p:nvSpPr>
          <p:cNvPr id="35" name="TextBox 34">
            <a:extLst>
              <a:ext uri="{FF2B5EF4-FFF2-40B4-BE49-F238E27FC236}">
                <a16:creationId xmlns:a16="http://schemas.microsoft.com/office/drawing/2014/main" id="{C8ABEA00-460F-6035-948E-CEA71E0B186E}"/>
              </a:ext>
            </a:extLst>
          </p:cNvPr>
          <p:cNvSpPr txBox="1"/>
          <p:nvPr/>
        </p:nvSpPr>
        <p:spPr>
          <a:xfrm>
            <a:off x="4551422" y="4767461"/>
            <a:ext cx="3062996" cy="1277273"/>
          </a:xfrm>
          <a:prstGeom prst="rect">
            <a:avLst/>
          </a:prstGeom>
          <a:noFill/>
        </p:spPr>
        <p:txBody>
          <a:bodyPr wrap="square" rtlCol="0">
            <a:spAutoFit/>
          </a:bodyPr>
          <a:lstStyle/>
          <a:p>
            <a:pPr marL="171450" indent="-171450">
              <a:buFont typeface="Arial" panose="020B0604020202020204" pitchFamily="34" charset="0"/>
              <a:buChar char="•"/>
            </a:pPr>
            <a:r>
              <a:rPr lang="en-IN" sz="1100" dirty="0">
                <a:solidFill>
                  <a:schemeClr val="bg1">
                    <a:lumMod val="50000"/>
                  </a:schemeClr>
                </a:solidFill>
                <a:latin typeface="Trebuchet MS" panose="020B0703020202090204" pitchFamily="34" charset="0"/>
              </a:rPr>
              <a:t>Collect and process real-time data from the Machine PCB using custom designed scalable </a:t>
            </a:r>
            <a:r>
              <a:rPr lang="en-IN" sz="1100" dirty="0">
                <a:latin typeface="Trebuchet MS" panose="020B0703020202090204" pitchFamily="34" charset="0"/>
              </a:rPr>
              <a:t>Master App.</a:t>
            </a:r>
          </a:p>
          <a:p>
            <a:pPr marL="171450" indent="-171450">
              <a:buFont typeface="Arial" panose="020B0604020202020204" pitchFamily="34" charset="0"/>
              <a:buChar char="•"/>
            </a:pPr>
            <a:r>
              <a:rPr lang="en-IN" sz="1100" dirty="0">
                <a:solidFill>
                  <a:schemeClr val="bg1">
                    <a:lumMod val="50000"/>
                  </a:schemeClr>
                </a:solidFill>
                <a:latin typeface="Trebuchet MS" panose="020B0703020202090204" pitchFamily="34" charset="0"/>
              </a:rPr>
              <a:t>Store and manage data using PostgreSQL for scalability and consistency.</a:t>
            </a:r>
          </a:p>
          <a:p>
            <a:pPr marL="171450" indent="-171450">
              <a:buFont typeface="Arial" panose="020B0604020202020204" pitchFamily="34" charset="0"/>
              <a:buChar char="•"/>
            </a:pPr>
            <a:r>
              <a:rPr lang="en-IN" sz="1100" dirty="0">
                <a:latin typeface="Trebuchet MS" panose="020B0703020202090204" pitchFamily="34" charset="0"/>
              </a:rPr>
              <a:t>Master App </a:t>
            </a:r>
            <a:r>
              <a:rPr lang="en-IN" sz="1100" dirty="0">
                <a:solidFill>
                  <a:schemeClr val="bg1">
                    <a:lumMod val="50000"/>
                  </a:schemeClr>
                </a:solidFill>
                <a:latin typeface="Trebuchet MS" panose="020B0703020202090204" pitchFamily="34" charset="0"/>
              </a:rPr>
              <a:t>acts as a control hub between the HMI and Machine PCB.</a:t>
            </a:r>
          </a:p>
        </p:txBody>
      </p:sp>
      <p:sp>
        <p:nvSpPr>
          <p:cNvPr id="39" name="Rounded Rectangle 38">
            <a:extLst>
              <a:ext uri="{FF2B5EF4-FFF2-40B4-BE49-F238E27FC236}">
                <a16:creationId xmlns:a16="http://schemas.microsoft.com/office/drawing/2014/main" id="{335F2401-61D2-81CE-0DBA-68274C46819B}"/>
              </a:ext>
            </a:extLst>
          </p:cNvPr>
          <p:cNvSpPr/>
          <p:nvPr/>
        </p:nvSpPr>
        <p:spPr>
          <a:xfrm>
            <a:off x="8631195" y="1228236"/>
            <a:ext cx="2624413" cy="2548143"/>
          </a:xfrm>
          <a:prstGeom prst="roundRect">
            <a:avLst>
              <a:gd name="adj" fmla="val 4274"/>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Trebuchet MS" panose="020B0703020202090204" pitchFamily="34" charset="0"/>
            </a:endParaRPr>
          </a:p>
        </p:txBody>
      </p:sp>
      <p:sp>
        <p:nvSpPr>
          <p:cNvPr id="40" name="Rounded Rectangle 39">
            <a:extLst>
              <a:ext uri="{FF2B5EF4-FFF2-40B4-BE49-F238E27FC236}">
                <a16:creationId xmlns:a16="http://schemas.microsoft.com/office/drawing/2014/main" id="{FD2D70B4-1FF5-1544-E671-7A2B5C5DD021}"/>
              </a:ext>
            </a:extLst>
          </p:cNvPr>
          <p:cNvSpPr/>
          <p:nvPr/>
        </p:nvSpPr>
        <p:spPr>
          <a:xfrm>
            <a:off x="8631195" y="4016152"/>
            <a:ext cx="2624413" cy="2527738"/>
          </a:xfrm>
          <a:prstGeom prst="roundRect">
            <a:avLst>
              <a:gd name="adj" fmla="val 5279"/>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Trebuchet MS" panose="020B0703020202090204" pitchFamily="34" charset="0"/>
            </a:endParaRPr>
          </a:p>
        </p:txBody>
      </p:sp>
      <p:sp>
        <p:nvSpPr>
          <p:cNvPr id="43" name="TextBox 42">
            <a:extLst>
              <a:ext uri="{FF2B5EF4-FFF2-40B4-BE49-F238E27FC236}">
                <a16:creationId xmlns:a16="http://schemas.microsoft.com/office/drawing/2014/main" id="{03D70818-D8E6-4DF9-E2A6-05729121E256}"/>
              </a:ext>
            </a:extLst>
          </p:cNvPr>
          <p:cNvSpPr txBox="1"/>
          <p:nvPr/>
        </p:nvSpPr>
        <p:spPr>
          <a:xfrm>
            <a:off x="8666885" y="1295691"/>
            <a:ext cx="2553031" cy="369332"/>
          </a:xfrm>
          <a:prstGeom prst="rect">
            <a:avLst/>
          </a:prstGeom>
          <a:noFill/>
        </p:spPr>
        <p:txBody>
          <a:bodyPr wrap="square" rtlCol="0">
            <a:spAutoFit/>
          </a:bodyPr>
          <a:lstStyle/>
          <a:p>
            <a:pPr algn="ctr"/>
            <a:r>
              <a:rPr lang="en-US" dirty="0">
                <a:latin typeface="Trebuchet MS" panose="020B0703020202090204" pitchFamily="34" charset="0"/>
              </a:rPr>
              <a:t>Dashboard</a:t>
            </a:r>
          </a:p>
        </p:txBody>
      </p:sp>
      <p:sp>
        <p:nvSpPr>
          <p:cNvPr id="44" name="TextBox 43">
            <a:extLst>
              <a:ext uri="{FF2B5EF4-FFF2-40B4-BE49-F238E27FC236}">
                <a16:creationId xmlns:a16="http://schemas.microsoft.com/office/drawing/2014/main" id="{AC018CC2-8F42-184A-E8B5-16DA5F80F15E}"/>
              </a:ext>
            </a:extLst>
          </p:cNvPr>
          <p:cNvSpPr txBox="1"/>
          <p:nvPr/>
        </p:nvSpPr>
        <p:spPr>
          <a:xfrm>
            <a:off x="8666885" y="4096393"/>
            <a:ext cx="2553031" cy="646331"/>
          </a:xfrm>
          <a:prstGeom prst="rect">
            <a:avLst/>
          </a:prstGeom>
          <a:noFill/>
        </p:spPr>
        <p:txBody>
          <a:bodyPr wrap="square" rtlCol="0">
            <a:spAutoFit/>
          </a:bodyPr>
          <a:lstStyle/>
          <a:p>
            <a:pPr algn="ctr"/>
            <a:r>
              <a:rPr lang="en-US" dirty="0">
                <a:latin typeface="Trebuchet MS" panose="020B0703020202090204" pitchFamily="34" charset="0"/>
              </a:rPr>
              <a:t>Operational Report Suite</a:t>
            </a:r>
          </a:p>
        </p:txBody>
      </p:sp>
      <p:pic>
        <p:nvPicPr>
          <p:cNvPr id="45" name="Picture 44">
            <a:extLst>
              <a:ext uri="{FF2B5EF4-FFF2-40B4-BE49-F238E27FC236}">
                <a16:creationId xmlns:a16="http://schemas.microsoft.com/office/drawing/2014/main" id="{C0B1CED8-DBAA-B4A6-D812-F3B587B96C0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563169" y="1918489"/>
            <a:ext cx="760462" cy="693985"/>
          </a:xfrm>
          <a:prstGeom prst="rect">
            <a:avLst/>
          </a:prstGeom>
        </p:spPr>
      </p:pic>
      <p:cxnSp>
        <p:nvCxnSpPr>
          <p:cNvPr id="49" name="Straight Arrow Connector 48">
            <a:extLst>
              <a:ext uri="{FF2B5EF4-FFF2-40B4-BE49-F238E27FC236}">
                <a16:creationId xmlns:a16="http://schemas.microsoft.com/office/drawing/2014/main" id="{257FE4AB-9B65-13F0-A79B-DC91765E0C21}"/>
              </a:ext>
            </a:extLst>
          </p:cNvPr>
          <p:cNvCxnSpPr>
            <a:cxnSpLocks/>
            <a:stCxn id="10" idx="3"/>
          </p:cNvCxnSpPr>
          <p:nvPr/>
        </p:nvCxnSpPr>
        <p:spPr>
          <a:xfrm flipV="1">
            <a:off x="3468413" y="5280021"/>
            <a:ext cx="910144" cy="21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B77160F9-AB9E-A198-86D0-FF9845F09968}"/>
              </a:ext>
            </a:extLst>
          </p:cNvPr>
          <p:cNvCxnSpPr>
            <a:cxnSpLocks/>
            <a:stCxn id="20" idx="3"/>
          </p:cNvCxnSpPr>
          <p:nvPr/>
        </p:nvCxnSpPr>
        <p:spPr>
          <a:xfrm>
            <a:off x="3468413" y="2493182"/>
            <a:ext cx="91014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75FD9939-18CC-BDA9-B759-A08595393809}"/>
              </a:ext>
            </a:extLst>
          </p:cNvPr>
          <p:cNvCxnSpPr>
            <a:cxnSpLocks/>
          </p:cNvCxnSpPr>
          <p:nvPr/>
        </p:nvCxnSpPr>
        <p:spPr>
          <a:xfrm>
            <a:off x="6014114" y="2774820"/>
            <a:ext cx="0" cy="3979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075" name="TextBox 3074">
            <a:extLst>
              <a:ext uri="{FF2B5EF4-FFF2-40B4-BE49-F238E27FC236}">
                <a16:creationId xmlns:a16="http://schemas.microsoft.com/office/drawing/2014/main" id="{D8EF8551-71EA-D088-E088-9716329E8013}"/>
              </a:ext>
            </a:extLst>
          </p:cNvPr>
          <p:cNvSpPr txBox="1"/>
          <p:nvPr/>
        </p:nvSpPr>
        <p:spPr>
          <a:xfrm>
            <a:off x="5570723" y="3940240"/>
            <a:ext cx="922047" cy="261610"/>
          </a:xfrm>
          <a:prstGeom prst="rect">
            <a:avLst/>
          </a:prstGeom>
          <a:noFill/>
        </p:spPr>
        <p:txBody>
          <a:bodyPr wrap="none" rtlCol="0">
            <a:spAutoFit/>
          </a:bodyPr>
          <a:lstStyle/>
          <a:p>
            <a:r>
              <a:rPr lang="en-US" sz="1100" dirty="0">
                <a:latin typeface="Trebuchet MS" panose="020B0703020202090204" pitchFamily="34" charset="0"/>
              </a:rPr>
              <a:t>Master App</a:t>
            </a:r>
          </a:p>
        </p:txBody>
      </p:sp>
      <p:sp>
        <p:nvSpPr>
          <p:cNvPr id="3077" name="TextBox 3076">
            <a:extLst>
              <a:ext uri="{FF2B5EF4-FFF2-40B4-BE49-F238E27FC236}">
                <a16:creationId xmlns:a16="http://schemas.microsoft.com/office/drawing/2014/main" id="{ADCEA9C6-D8FD-E57F-E1F8-900FD46D29E7}"/>
              </a:ext>
            </a:extLst>
          </p:cNvPr>
          <p:cNvSpPr txBox="1"/>
          <p:nvPr/>
        </p:nvSpPr>
        <p:spPr>
          <a:xfrm>
            <a:off x="6232867" y="2320891"/>
            <a:ext cx="782587" cy="261610"/>
          </a:xfrm>
          <a:prstGeom prst="rect">
            <a:avLst/>
          </a:prstGeom>
          <a:noFill/>
        </p:spPr>
        <p:txBody>
          <a:bodyPr wrap="none" rtlCol="0">
            <a:spAutoFit/>
          </a:bodyPr>
          <a:lstStyle/>
          <a:p>
            <a:r>
              <a:rPr lang="en-US" sz="1100" dirty="0">
                <a:latin typeface="Trebuchet MS" panose="020B0703020202090204" pitchFamily="34" charset="0"/>
              </a:rPr>
              <a:t>Database</a:t>
            </a:r>
          </a:p>
        </p:txBody>
      </p:sp>
      <p:sp>
        <p:nvSpPr>
          <p:cNvPr id="3078" name="TextBox 3077">
            <a:extLst>
              <a:ext uri="{FF2B5EF4-FFF2-40B4-BE49-F238E27FC236}">
                <a16:creationId xmlns:a16="http://schemas.microsoft.com/office/drawing/2014/main" id="{33383285-A741-F854-DC48-F8C4B95554D7}"/>
              </a:ext>
            </a:extLst>
          </p:cNvPr>
          <p:cNvSpPr txBox="1"/>
          <p:nvPr/>
        </p:nvSpPr>
        <p:spPr>
          <a:xfrm>
            <a:off x="8768392" y="2760716"/>
            <a:ext cx="2350016" cy="938719"/>
          </a:xfrm>
          <a:prstGeom prst="rect">
            <a:avLst/>
          </a:prstGeom>
          <a:noFill/>
        </p:spPr>
        <p:txBody>
          <a:bodyPr wrap="square" rtlCol="0">
            <a:spAutoFit/>
          </a:bodyPr>
          <a:lstStyle/>
          <a:p>
            <a:pPr marL="171450" indent="-171450">
              <a:buFont typeface="Arial" panose="020B0604020202020204" pitchFamily="34" charset="0"/>
              <a:buChar char="•"/>
            </a:pPr>
            <a:r>
              <a:rPr lang="en-US" sz="1100" dirty="0">
                <a:solidFill>
                  <a:schemeClr val="bg1">
                    <a:lumMod val="50000"/>
                  </a:schemeClr>
                </a:solidFill>
                <a:latin typeface="Trebuchet MS" panose="020B0703020202090204" pitchFamily="34" charset="0"/>
              </a:rPr>
              <a:t>A customized real time progress tracking dashboards built using opensource web frameworks for inter operability and scalability  </a:t>
            </a:r>
          </a:p>
        </p:txBody>
      </p:sp>
      <p:pic>
        <p:nvPicPr>
          <p:cNvPr id="3081" name="Picture 16" descr="Graph chart report icon Outline graph chart report vector icon for web  design isolated on white background | Premium Vector">
            <a:extLst>
              <a:ext uri="{FF2B5EF4-FFF2-40B4-BE49-F238E27FC236}">
                <a16:creationId xmlns:a16="http://schemas.microsoft.com/office/drawing/2014/main" id="{FEFAA660-0335-02C8-5CD5-0DAF6EB36835}"/>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601945" y="4655126"/>
            <a:ext cx="682909" cy="682909"/>
          </a:xfrm>
          <a:prstGeom prst="rect">
            <a:avLst/>
          </a:prstGeom>
          <a:noFill/>
          <a:extLst>
            <a:ext uri="{909E8E84-426E-40DD-AFC4-6F175D3DCCD1}">
              <a14:hiddenFill xmlns:a14="http://schemas.microsoft.com/office/drawing/2010/main">
                <a:solidFill>
                  <a:srgbClr val="FFFFFF"/>
                </a:solidFill>
              </a14:hiddenFill>
            </a:ext>
          </a:extLst>
        </p:spPr>
      </p:pic>
      <p:sp>
        <p:nvSpPr>
          <p:cNvPr id="3082" name="TextBox 3081">
            <a:extLst>
              <a:ext uri="{FF2B5EF4-FFF2-40B4-BE49-F238E27FC236}">
                <a16:creationId xmlns:a16="http://schemas.microsoft.com/office/drawing/2014/main" id="{FE81F6EF-63F6-53A4-AAA0-09DAC0C1C05E}"/>
              </a:ext>
            </a:extLst>
          </p:cNvPr>
          <p:cNvSpPr txBox="1"/>
          <p:nvPr/>
        </p:nvSpPr>
        <p:spPr>
          <a:xfrm>
            <a:off x="8702577" y="5527436"/>
            <a:ext cx="2553031" cy="430887"/>
          </a:xfrm>
          <a:prstGeom prst="rect">
            <a:avLst/>
          </a:prstGeom>
          <a:noFill/>
        </p:spPr>
        <p:txBody>
          <a:bodyPr wrap="square" rtlCol="0">
            <a:spAutoFit/>
          </a:bodyPr>
          <a:lstStyle/>
          <a:p>
            <a:r>
              <a:rPr lang="en-US" sz="1100" dirty="0">
                <a:solidFill>
                  <a:schemeClr val="bg1">
                    <a:lumMod val="50000"/>
                  </a:schemeClr>
                </a:solidFill>
                <a:latin typeface="Trebuchet MS" panose="020B0703020202090204" pitchFamily="34" charset="0"/>
              </a:rPr>
              <a:t>A Custom designed suite of day to day reports and monitoring platform  </a:t>
            </a:r>
          </a:p>
        </p:txBody>
      </p:sp>
      <p:cxnSp>
        <p:nvCxnSpPr>
          <p:cNvPr id="3085" name="Straight Arrow Connector 3084">
            <a:extLst>
              <a:ext uri="{FF2B5EF4-FFF2-40B4-BE49-F238E27FC236}">
                <a16:creationId xmlns:a16="http://schemas.microsoft.com/office/drawing/2014/main" id="{D2BABD33-0354-BE66-445D-C76AE79723A5}"/>
              </a:ext>
            </a:extLst>
          </p:cNvPr>
          <p:cNvCxnSpPr>
            <a:cxnSpLocks/>
            <a:endCxn id="39" idx="1"/>
          </p:cNvCxnSpPr>
          <p:nvPr/>
        </p:nvCxnSpPr>
        <p:spPr>
          <a:xfrm>
            <a:off x="7731967" y="2502308"/>
            <a:ext cx="89922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90" name="Straight Arrow Connector 3089">
            <a:extLst>
              <a:ext uri="{FF2B5EF4-FFF2-40B4-BE49-F238E27FC236}">
                <a16:creationId xmlns:a16="http://schemas.microsoft.com/office/drawing/2014/main" id="{9C748759-0C00-BEB5-013F-2B692BE163C5}"/>
              </a:ext>
            </a:extLst>
          </p:cNvPr>
          <p:cNvCxnSpPr>
            <a:cxnSpLocks/>
            <a:endCxn id="40" idx="1"/>
          </p:cNvCxnSpPr>
          <p:nvPr/>
        </p:nvCxnSpPr>
        <p:spPr>
          <a:xfrm>
            <a:off x="7683024" y="5280021"/>
            <a:ext cx="94817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6148" name="Picture 4" descr="React logo landscape transparent PNG - StickPNG">
            <a:extLst>
              <a:ext uri="{FF2B5EF4-FFF2-40B4-BE49-F238E27FC236}">
                <a16:creationId xmlns:a16="http://schemas.microsoft.com/office/drawing/2014/main" id="{EE3394F6-7B05-D246-A1AB-07D68AFD7459}"/>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98790" y="2133956"/>
            <a:ext cx="734626" cy="411391"/>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Python Logo, symbol, meaning, history, PNG, brand">
            <a:extLst>
              <a:ext uri="{FF2B5EF4-FFF2-40B4-BE49-F238E27FC236}">
                <a16:creationId xmlns:a16="http://schemas.microsoft.com/office/drawing/2014/main" id="{3BFA5B58-4A81-AB70-2A43-474D01DD9C7E}"/>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684466" y="2004011"/>
            <a:ext cx="732866" cy="41223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React logo landscape transparent PNG - StickPNG">
            <a:extLst>
              <a:ext uri="{FF2B5EF4-FFF2-40B4-BE49-F238E27FC236}">
                <a16:creationId xmlns:a16="http://schemas.microsoft.com/office/drawing/2014/main" id="{25FA5870-368C-24E3-04A6-9F597A2CA67F}"/>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684415" y="3479704"/>
            <a:ext cx="734626" cy="4113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Python Logo, symbol, meaning, history, PNG, brand">
            <a:extLst>
              <a:ext uri="{FF2B5EF4-FFF2-40B4-BE49-F238E27FC236}">
                <a16:creationId xmlns:a16="http://schemas.microsoft.com/office/drawing/2014/main" id="{396E4FFF-4C65-8C2A-0E4B-D25163D39383}"/>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644561" y="3482952"/>
            <a:ext cx="732866" cy="41223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React logo landscape transparent PNG - StickPNG">
            <a:extLst>
              <a:ext uri="{FF2B5EF4-FFF2-40B4-BE49-F238E27FC236}">
                <a16:creationId xmlns:a16="http://schemas.microsoft.com/office/drawing/2014/main" id="{06534CAC-6797-842D-AE65-7C7D882EF388}"/>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740784" y="2018071"/>
            <a:ext cx="734626" cy="4113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React logo landscape transparent PNG - StickPNG">
            <a:extLst>
              <a:ext uri="{FF2B5EF4-FFF2-40B4-BE49-F238E27FC236}">
                <a16:creationId xmlns:a16="http://schemas.microsoft.com/office/drawing/2014/main" id="{A55D9CF0-0F3E-4176-6EB1-D3A7F1B57B19}"/>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760135" y="4702153"/>
            <a:ext cx="734626" cy="41139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Python Logo, symbol, meaning, history, PNG, brand">
            <a:extLst>
              <a:ext uri="{FF2B5EF4-FFF2-40B4-BE49-F238E27FC236}">
                <a16:creationId xmlns:a16="http://schemas.microsoft.com/office/drawing/2014/main" id="{EDA550DE-A7CD-0199-FC59-B3BAE0922AD6}"/>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400931" y="4701307"/>
            <a:ext cx="732866" cy="412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9950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F64D8-C8E1-F031-4A9E-82402F68F8C3}"/>
            </a:ext>
          </a:extLst>
        </p:cNvPr>
        <p:cNvGrpSpPr/>
        <p:nvPr/>
      </p:nvGrpSpPr>
      <p:grpSpPr>
        <a:xfrm>
          <a:off x="0" y="0"/>
          <a:ext cx="0" cy="0"/>
          <a:chOff x="0" y="0"/>
          <a:chExt cx="0" cy="0"/>
        </a:xfrm>
      </p:grpSpPr>
      <p:pic>
        <p:nvPicPr>
          <p:cNvPr id="3076" name="Picture 4" descr="270+ Hmi Stock Illustrations, Royalty-Free Vector Graphics &amp; Clip Art -  iStock | Hmi icon, Car hmi">
            <a:extLst>
              <a:ext uri="{FF2B5EF4-FFF2-40B4-BE49-F238E27FC236}">
                <a16:creationId xmlns:a16="http://schemas.microsoft.com/office/drawing/2014/main" id="{55763FDA-E400-D91A-41DF-45F56FE4A875}"/>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303" y="1678991"/>
            <a:ext cx="1434407" cy="143440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B9F0C5D7-1FBA-0910-9CB0-D56EBA68D023}"/>
              </a:ext>
            </a:extLst>
          </p:cNvPr>
          <p:cNvSpPr>
            <a:spLocks noGrp="1"/>
          </p:cNvSpPr>
          <p:nvPr>
            <p:ph type="title"/>
          </p:nvPr>
        </p:nvSpPr>
        <p:spPr>
          <a:xfrm>
            <a:off x="844000" y="299016"/>
            <a:ext cx="10504000" cy="848979"/>
          </a:xfrm>
        </p:spPr>
        <p:txBody>
          <a:bodyPr/>
          <a:lstStyle/>
          <a:p>
            <a:r>
              <a:rPr lang="en-US" dirty="0">
                <a:solidFill>
                  <a:srgbClr val="0D4D3C"/>
                </a:solidFill>
                <a:latin typeface="Trebuchet MS" panose="020B0703020202090204" pitchFamily="34" charset="0"/>
              </a:rPr>
              <a:t>Architecture</a:t>
            </a:r>
          </a:p>
        </p:txBody>
      </p:sp>
      <p:sp>
        <p:nvSpPr>
          <p:cNvPr id="10" name="Rounded Rectangle 9">
            <a:extLst>
              <a:ext uri="{FF2B5EF4-FFF2-40B4-BE49-F238E27FC236}">
                <a16:creationId xmlns:a16="http://schemas.microsoft.com/office/drawing/2014/main" id="{FE50A2CA-300E-2E5F-0B54-B5E8854105B4}"/>
              </a:ext>
            </a:extLst>
          </p:cNvPr>
          <p:cNvSpPr/>
          <p:nvPr/>
        </p:nvSpPr>
        <p:spPr>
          <a:xfrm>
            <a:off x="844000" y="4016366"/>
            <a:ext cx="2624413" cy="2527738"/>
          </a:xfrm>
          <a:prstGeom prst="roundRect">
            <a:avLst>
              <a:gd name="adj" fmla="val 4609"/>
            </a:avLst>
          </a:prstGeom>
          <a:noFill/>
          <a:ln w="63500"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dirty="0">
              <a:latin typeface="Trebuchet MS" panose="020B0703020202090204" pitchFamily="34" charset="0"/>
            </a:endParaRPr>
          </a:p>
        </p:txBody>
      </p:sp>
      <p:pic>
        <p:nvPicPr>
          <p:cNvPr id="11" name="Picture 2" descr="11,600+ Robot Arm Icon Stock Illustrations, Royalty-Free Vector Graphics &amp;  Clip Art - iStock">
            <a:extLst>
              <a:ext uri="{FF2B5EF4-FFF2-40B4-BE49-F238E27FC236}">
                <a16:creationId xmlns:a16="http://schemas.microsoft.com/office/drawing/2014/main" id="{685B35C8-1FAC-54A8-0200-2C7B09C9F958}"/>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5496" y="4702153"/>
            <a:ext cx="705573" cy="70557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2EC771F5-2FAB-6DA4-7E76-01316ECE912B}"/>
              </a:ext>
            </a:extLst>
          </p:cNvPr>
          <p:cNvSpPr txBox="1"/>
          <p:nvPr/>
        </p:nvSpPr>
        <p:spPr>
          <a:xfrm>
            <a:off x="843992" y="4021579"/>
            <a:ext cx="2781531" cy="369332"/>
          </a:xfrm>
          <a:prstGeom prst="rect">
            <a:avLst/>
          </a:prstGeom>
          <a:noFill/>
        </p:spPr>
        <p:txBody>
          <a:bodyPr wrap="none" rtlCol="0">
            <a:spAutoFit/>
          </a:bodyPr>
          <a:lstStyle/>
          <a:p>
            <a:r>
              <a:rPr lang="en-US" dirty="0">
                <a:latin typeface="Trebuchet MS" panose="020B0703020202090204" pitchFamily="34" charset="0"/>
              </a:rPr>
              <a:t>Machine Data Collection</a:t>
            </a:r>
          </a:p>
        </p:txBody>
      </p:sp>
      <p:pic>
        <p:nvPicPr>
          <p:cNvPr id="3074" name="Picture 2" descr="Pcb Icon PNG Images, Vectors Free Download - Pngtree">
            <a:extLst>
              <a:ext uri="{FF2B5EF4-FFF2-40B4-BE49-F238E27FC236}">
                <a16:creationId xmlns:a16="http://schemas.microsoft.com/office/drawing/2014/main" id="{9624B7B9-45E9-AB47-4722-2773057ED186}"/>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97306" y="4768000"/>
            <a:ext cx="573877" cy="573877"/>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93765E50-B8D0-1761-AE74-BCC4CC16BF6A}"/>
              </a:ext>
            </a:extLst>
          </p:cNvPr>
          <p:cNvSpPr txBox="1"/>
          <p:nvPr/>
        </p:nvSpPr>
        <p:spPr>
          <a:xfrm>
            <a:off x="915382" y="5528441"/>
            <a:ext cx="2481641" cy="938719"/>
          </a:xfrm>
          <a:prstGeom prst="rect">
            <a:avLst/>
          </a:prstGeom>
          <a:noFill/>
        </p:spPr>
        <p:txBody>
          <a:bodyPr wrap="square" rtlCol="0">
            <a:spAutoFit/>
          </a:bodyPr>
          <a:lstStyle/>
          <a:p>
            <a:pPr marL="171450" indent="-171450">
              <a:buFont typeface="Arial" panose="020B0604020202020204" pitchFamily="34" charset="0"/>
              <a:buChar char="•"/>
            </a:pPr>
            <a:r>
              <a:rPr lang="en-IN" sz="1100" dirty="0">
                <a:solidFill>
                  <a:schemeClr val="bg1">
                    <a:lumMod val="50000"/>
                  </a:schemeClr>
                </a:solidFill>
                <a:latin typeface="Trebuchet MS" panose="020B0703020202090204" pitchFamily="34" charset="0"/>
              </a:rPr>
              <a:t>Collect real-time data from the machine.</a:t>
            </a:r>
          </a:p>
          <a:p>
            <a:pPr marL="171450" indent="-171450">
              <a:buFont typeface="Arial" panose="020B0604020202020204" pitchFamily="34" charset="0"/>
              <a:buChar char="•"/>
            </a:pPr>
            <a:r>
              <a:rPr lang="en-IN" sz="1100" dirty="0">
                <a:solidFill>
                  <a:schemeClr val="bg1">
                    <a:lumMod val="50000"/>
                  </a:schemeClr>
                </a:solidFill>
                <a:latin typeface="Trebuchet MS" panose="020B0703020202090204" pitchFamily="34" charset="0"/>
              </a:rPr>
              <a:t>Execute operational commands from HMI on the machine (e.g., turning on Setup mode in a CNC).</a:t>
            </a:r>
          </a:p>
        </p:txBody>
      </p:sp>
      <p:cxnSp>
        <p:nvCxnSpPr>
          <p:cNvPr id="18" name="Straight Arrow Connector 17">
            <a:extLst>
              <a:ext uri="{FF2B5EF4-FFF2-40B4-BE49-F238E27FC236}">
                <a16:creationId xmlns:a16="http://schemas.microsoft.com/office/drawing/2014/main" id="{D6E61421-7288-7FC9-ABEC-6C4A896AB780}"/>
              </a:ext>
            </a:extLst>
          </p:cNvPr>
          <p:cNvCxnSpPr>
            <a:cxnSpLocks/>
          </p:cNvCxnSpPr>
          <p:nvPr/>
        </p:nvCxnSpPr>
        <p:spPr>
          <a:xfrm>
            <a:off x="1791069" y="5054938"/>
            <a:ext cx="5842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ounded Rectangle 19">
            <a:extLst>
              <a:ext uri="{FF2B5EF4-FFF2-40B4-BE49-F238E27FC236}">
                <a16:creationId xmlns:a16="http://schemas.microsoft.com/office/drawing/2014/main" id="{C4C24A5F-DBA5-62A6-505F-8BD45ADE5E47}"/>
              </a:ext>
            </a:extLst>
          </p:cNvPr>
          <p:cNvSpPr>
            <a:spLocks/>
          </p:cNvSpPr>
          <p:nvPr/>
        </p:nvSpPr>
        <p:spPr>
          <a:xfrm>
            <a:off x="844000" y="1229313"/>
            <a:ext cx="2624413" cy="2527738"/>
          </a:xfrm>
          <a:prstGeom prst="roundRect">
            <a:avLst>
              <a:gd name="adj" fmla="val 4944"/>
            </a:avLst>
          </a:prstGeom>
          <a:noFill/>
          <a:ln w="12700"/>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Trebuchet MS" panose="020B0703020202090204" pitchFamily="34" charset="0"/>
            </a:endParaRPr>
          </a:p>
        </p:txBody>
      </p:sp>
      <p:sp>
        <p:nvSpPr>
          <p:cNvPr id="22" name="TextBox 21">
            <a:extLst>
              <a:ext uri="{FF2B5EF4-FFF2-40B4-BE49-F238E27FC236}">
                <a16:creationId xmlns:a16="http://schemas.microsoft.com/office/drawing/2014/main" id="{545E33C7-5359-C66A-C500-93BB55F7902F}"/>
              </a:ext>
            </a:extLst>
          </p:cNvPr>
          <p:cNvSpPr txBox="1"/>
          <p:nvPr/>
        </p:nvSpPr>
        <p:spPr>
          <a:xfrm>
            <a:off x="843992" y="1276362"/>
            <a:ext cx="2553031" cy="646331"/>
          </a:xfrm>
          <a:prstGeom prst="rect">
            <a:avLst/>
          </a:prstGeom>
          <a:noFill/>
        </p:spPr>
        <p:txBody>
          <a:bodyPr wrap="square" rtlCol="0">
            <a:spAutoFit/>
          </a:bodyPr>
          <a:lstStyle/>
          <a:p>
            <a:pPr algn="ctr"/>
            <a:r>
              <a:rPr lang="en-US" dirty="0">
                <a:latin typeface="Trebuchet MS" panose="020B0703020202090204" pitchFamily="34" charset="0"/>
              </a:rPr>
              <a:t>HMI (Human Machine interface)</a:t>
            </a:r>
          </a:p>
        </p:txBody>
      </p:sp>
      <p:sp>
        <p:nvSpPr>
          <p:cNvPr id="27" name="TextBox 26">
            <a:extLst>
              <a:ext uri="{FF2B5EF4-FFF2-40B4-BE49-F238E27FC236}">
                <a16:creationId xmlns:a16="http://schemas.microsoft.com/office/drawing/2014/main" id="{F01CE50A-FF66-B6B4-5B8E-F6063724ED32}"/>
              </a:ext>
            </a:extLst>
          </p:cNvPr>
          <p:cNvSpPr txBox="1"/>
          <p:nvPr/>
        </p:nvSpPr>
        <p:spPr>
          <a:xfrm>
            <a:off x="911299" y="2899768"/>
            <a:ext cx="2485724"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solidFill>
                  <a:schemeClr val="bg1">
                    <a:lumMod val="50000"/>
                  </a:schemeClr>
                </a:solidFill>
                <a:latin typeface="Trebuchet MS" panose="020B0703020202090204" pitchFamily="34" charset="0"/>
              </a:rPr>
              <a:t>A Custom designed unified HMI application to control and monitor operations of the cell</a:t>
            </a:r>
          </a:p>
        </p:txBody>
      </p:sp>
      <p:sp>
        <p:nvSpPr>
          <p:cNvPr id="28" name="Rounded Rectangle 27">
            <a:extLst>
              <a:ext uri="{FF2B5EF4-FFF2-40B4-BE49-F238E27FC236}">
                <a16:creationId xmlns:a16="http://schemas.microsoft.com/office/drawing/2014/main" id="{2024996B-C004-B2E2-3D2F-6E94C64BE9FF}"/>
              </a:ext>
            </a:extLst>
          </p:cNvPr>
          <p:cNvSpPr/>
          <p:nvPr/>
        </p:nvSpPr>
        <p:spPr>
          <a:xfrm>
            <a:off x="4378557" y="1232255"/>
            <a:ext cx="3342494" cy="5314791"/>
          </a:xfrm>
          <a:prstGeom prst="roundRect">
            <a:avLst>
              <a:gd name="adj" fmla="val 4567"/>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Trebuchet MS" panose="020B0703020202090204" pitchFamily="34" charset="0"/>
            </a:endParaRPr>
          </a:p>
        </p:txBody>
      </p:sp>
      <p:sp>
        <p:nvSpPr>
          <p:cNvPr id="29" name="TextBox 28">
            <a:extLst>
              <a:ext uri="{FF2B5EF4-FFF2-40B4-BE49-F238E27FC236}">
                <a16:creationId xmlns:a16="http://schemas.microsoft.com/office/drawing/2014/main" id="{CF91E322-673A-4F47-864D-C170ED879C12}"/>
              </a:ext>
            </a:extLst>
          </p:cNvPr>
          <p:cNvSpPr txBox="1"/>
          <p:nvPr/>
        </p:nvSpPr>
        <p:spPr>
          <a:xfrm>
            <a:off x="4342867" y="1279305"/>
            <a:ext cx="3342494" cy="369332"/>
          </a:xfrm>
          <a:prstGeom prst="rect">
            <a:avLst/>
          </a:prstGeom>
          <a:noFill/>
        </p:spPr>
        <p:txBody>
          <a:bodyPr wrap="square" rtlCol="0">
            <a:spAutoFit/>
          </a:bodyPr>
          <a:lstStyle/>
          <a:p>
            <a:pPr algn="ctr"/>
            <a:r>
              <a:rPr lang="en-US" dirty="0">
                <a:latin typeface="Trebuchet MS" panose="020B0703020202090204" pitchFamily="34" charset="0"/>
              </a:rPr>
              <a:t>Server</a:t>
            </a:r>
          </a:p>
        </p:txBody>
      </p:sp>
      <p:pic>
        <p:nvPicPr>
          <p:cNvPr id="31" name="Picture 4" descr="Server - Free technology icons">
            <a:extLst>
              <a:ext uri="{FF2B5EF4-FFF2-40B4-BE49-F238E27FC236}">
                <a16:creationId xmlns:a16="http://schemas.microsoft.com/office/drawing/2014/main" id="{399E0485-5D91-D97D-B311-FC9DE4DEF602}"/>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04077" y="3163685"/>
            <a:ext cx="820074" cy="820074"/>
          </a:xfrm>
          <a:prstGeom prst="rect">
            <a:avLst/>
          </a:prstGeom>
          <a:noFill/>
          <a:extLst>
            <a:ext uri="{909E8E84-426E-40DD-AFC4-6F175D3DCCD1}">
              <a14:hiddenFill xmlns:a14="http://schemas.microsoft.com/office/drawing/2010/main">
                <a:solidFill>
                  <a:srgbClr val="FFFFFF"/>
                </a:solidFill>
              </a14:hiddenFill>
            </a:ext>
          </a:extLst>
        </p:spPr>
      </p:pic>
      <p:pic>
        <p:nvPicPr>
          <p:cNvPr id="33" name="Graphic 32">
            <a:extLst>
              <a:ext uri="{FF2B5EF4-FFF2-40B4-BE49-F238E27FC236}">
                <a16:creationId xmlns:a16="http://schemas.microsoft.com/office/drawing/2014/main" id="{938B1022-C7BA-58B3-A3DC-160AE92CB99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24361" y="2046536"/>
            <a:ext cx="579506" cy="820074"/>
          </a:xfrm>
          <a:prstGeom prst="rect">
            <a:avLst/>
          </a:prstGeom>
        </p:spPr>
      </p:pic>
      <p:sp>
        <p:nvSpPr>
          <p:cNvPr id="35" name="TextBox 34">
            <a:extLst>
              <a:ext uri="{FF2B5EF4-FFF2-40B4-BE49-F238E27FC236}">
                <a16:creationId xmlns:a16="http://schemas.microsoft.com/office/drawing/2014/main" id="{687DF508-8A01-E735-0A42-9FDDEDF38AA9}"/>
              </a:ext>
            </a:extLst>
          </p:cNvPr>
          <p:cNvSpPr txBox="1"/>
          <p:nvPr/>
        </p:nvSpPr>
        <p:spPr>
          <a:xfrm>
            <a:off x="4551422" y="4767461"/>
            <a:ext cx="3062996" cy="1277273"/>
          </a:xfrm>
          <a:prstGeom prst="rect">
            <a:avLst/>
          </a:prstGeom>
          <a:noFill/>
        </p:spPr>
        <p:txBody>
          <a:bodyPr wrap="square" rtlCol="0">
            <a:spAutoFit/>
          </a:bodyPr>
          <a:lstStyle/>
          <a:p>
            <a:pPr marL="171450" indent="-171450">
              <a:buFont typeface="Arial" panose="020B0604020202020204" pitchFamily="34" charset="0"/>
              <a:buChar char="•"/>
            </a:pPr>
            <a:r>
              <a:rPr lang="en-IN" sz="1100" dirty="0">
                <a:solidFill>
                  <a:schemeClr val="bg1">
                    <a:lumMod val="50000"/>
                  </a:schemeClr>
                </a:solidFill>
                <a:latin typeface="Trebuchet MS" panose="020B0703020202090204" pitchFamily="34" charset="0"/>
              </a:rPr>
              <a:t>Collect and process real-time data from the Machine PCB using custom designed scalable </a:t>
            </a:r>
            <a:r>
              <a:rPr lang="en-IN" sz="1100" dirty="0">
                <a:latin typeface="Trebuchet MS" panose="020B0703020202090204" pitchFamily="34" charset="0"/>
              </a:rPr>
              <a:t>Master App.</a:t>
            </a:r>
          </a:p>
          <a:p>
            <a:pPr marL="171450" indent="-171450">
              <a:buFont typeface="Arial" panose="020B0604020202020204" pitchFamily="34" charset="0"/>
              <a:buChar char="•"/>
            </a:pPr>
            <a:r>
              <a:rPr lang="en-IN" sz="1100" dirty="0">
                <a:solidFill>
                  <a:schemeClr val="bg1">
                    <a:lumMod val="50000"/>
                  </a:schemeClr>
                </a:solidFill>
                <a:latin typeface="Trebuchet MS" panose="020B0703020202090204" pitchFamily="34" charset="0"/>
              </a:rPr>
              <a:t>Store and manage data using PostgreSQL for scalability and consistency.</a:t>
            </a:r>
          </a:p>
          <a:p>
            <a:pPr marL="171450" indent="-171450">
              <a:buFont typeface="Arial" panose="020B0604020202020204" pitchFamily="34" charset="0"/>
              <a:buChar char="•"/>
            </a:pPr>
            <a:r>
              <a:rPr lang="en-IN" sz="1100" dirty="0">
                <a:latin typeface="Trebuchet MS" panose="020B0703020202090204" pitchFamily="34" charset="0"/>
              </a:rPr>
              <a:t>Master App </a:t>
            </a:r>
            <a:r>
              <a:rPr lang="en-IN" sz="1100" dirty="0">
                <a:solidFill>
                  <a:schemeClr val="bg1">
                    <a:lumMod val="50000"/>
                  </a:schemeClr>
                </a:solidFill>
                <a:latin typeface="Trebuchet MS" panose="020B0703020202090204" pitchFamily="34" charset="0"/>
              </a:rPr>
              <a:t>acts as a control hub between the HMI and Machine PCB.</a:t>
            </a:r>
          </a:p>
        </p:txBody>
      </p:sp>
      <p:sp>
        <p:nvSpPr>
          <p:cNvPr id="39" name="Rounded Rectangle 38">
            <a:extLst>
              <a:ext uri="{FF2B5EF4-FFF2-40B4-BE49-F238E27FC236}">
                <a16:creationId xmlns:a16="http://schemas.microsoft.com/office/drawing/2014/main" id="{CF44AE20-98F0-EA04-F087-534AE56FDB95}"/>
              </a:ext>
            </a:extLst>
          </p:cNvPr>
          <p:cNvSpPr/>
          <p:nvPr/>
        </p:nvSpPr>
        <p:spPr>
          <a:xfrm>
            <a:off x="8631195" y="1228236"/>
            <a:ext cx="2624413" cy="2548143"/>
          </a:xfrm>
          <a:prstGeom prst="roundRect">
            <a:avLst>
              <a:gd name="adj" fmla="val 4274"/>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Trebuchet MS" panose="020B0703020202090204" pitchFamily="34" charset="0"/>
            </a:endParaRPr>
          </a:p>
        </p:txBody>
      </p:sp>
      <p:sp>
        <p:nvSpPr>
          <p:cNvPr id="40" name="Rounded Rectangle 39">
            <a:extLst>
              <a:ext uri="{FF2B5EF4-FFF2-40B4-BE49-F238E27FC236}">
                <a16:creationId xmlns:a16="http://schemas.microsoft.com/office/drawing/2014/main" id="{A23D7CB0-223A-AEF1-E1C3-956A1E9993E1}"/>
              </a:ext>
            </a:extLst>
          </p:cNvPr>
          <p:cNvSpPr/>
          <p:nvPr/>
        </p:nvSpPr>
        <p:spPr>
          <a:xfrm>
            <a:off x="8631195" y="4016152"/>
            <a:ext cx="2624413" cy="2527738"/>
          </a:xfrm>
          <a:prstGeom prst="roundRect">
            <a:avLst>
              <a:gd name="adj" fmla="val 5279"/>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Trebuchet MS" panose="020B0703020202090204" pitchFamily="34" charset="0"/>
            </a:endParaRPr>
          </a:p>
        </p:txBody>
      </p:sp>
      <p:sp>
        <p:nvSpPr>
          <p:cNvPr id="43" name="TextBox 42">
            <a:extLst>
              <a:ext uri="{FF2B5EF4-FFF2-40B4-BE49-F238E27FC236}">
                <a16:creationId xmlns:a16="http://schemas.microsoft.com/office/drawing/2014/main" id="{5341B4E7-AB98-D855-8263-BAFE41DC6B9A}"/>
              </a:ext>
            </a:extLst>
          </p:cNvPr>
          <p:cNvSpPr txBox="1"/>
          <p:nvPr/>
        </p:nvSpPr>
        <p:spPr>
          <a:xfrm>
            <a:off x="8666885" y="1295691"/>
            <a:ext cx="2553031" cy="369332"/>
          </a:xfrm>
          <a:prstGeom prst="rect">
            <a:avLst/>
          </a:prstGeom>
          <a:noFill/>
        </p:spPr>
        <p:txBody>
          <a:bodyPr wrap="square" rtlCol="0">
            <a:spAutoFit/>
          </a:bodyPr>
          <a:lstStyle/>
          <a:p>
            <a:pPr algn="ctr"/>
            <a:r>
              <a:rPr lang="en-US" dirty="0">
                <a:latin typeface="Trebuchet MS" panose="020B0703020202090204" pitchFamily="34" charset="0"/>
              </a:rPr>
              <a:t>Dashboard</a:t>
            </a:r>
          </a:p>
        </p:txBody>
      </p:sp>
      <p:sp>
        <p:nvSpPr>
          <p:cNvPr id="44" name="TextBox 43">
            <a:extLst>
              <a:ext uri="{FF2B5EF4-FFF2-40B4-BE49-F238E27FC236}">
                <a16:creationId xmlns:a16="http://schemas.microsoft.com/office/drawing/2014/main" id="{FB1883E1-DAFB-FCAE-A13C-70B528A1D4F2}"/>
              </a:ext>
            </a:extLst>
          </p:cNvPr>
          <p:cNvSpPr txBox="1"/>
          <p:nvPr/>
        </p:nvSpPr>
        <p:spPr>
          <a:xfrm>
            <a:off x="8666885" y="4096393"/>
            <a:ext cx="2553031" cy="646331"/>
          </a:xfrm>
          <a:prstGeom prst="rect">
            <a:avLst/>
          </a:prstGeom>
          <a:noFill/>
        </p:spPr>
        <p:txBody>
          <a:bodyPr wrap="square" rtlCol="0">
            <a:spAutoFit/>
          </a:bodyPr>
          <a:lstStyle/>
          <a:p>
            <a:pPr algn="ctr"/>
            <a:r>
              <a:rPr lang="en-US" dirty="0">
                <a:latin typeface="Trebuchet MS" panose="020B0703020202090204" pitchFamily="34" charset="0"/>
              </a:rPr>
              <a:t>Operational Report Suite</a:t>
            </a:r>
          </a:p>
        </p:txBody>
      </p:sp>
      <p:pic>
        <p:nvPicPr>
          <p:cNvPr id="45" name="Picture 44">
            <a:extLst>
              <a:ext uri="{FF2B5EF4-FFF2-40B4-BE49-F238E27FC236}">
                <a16:creationId xmlns:a16="http://schemas.microsoft.com/office/drawing/2014/main" id="{33B1329A-CA59-6AD2-01D5-951A4BCD4BB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563169" y="1918489"/>
            <a:ext cx="760462" cy="693985"/>
          </a:xfrm>
          <a:prstGeom prst="rect">
            <a:avLst/>
          </a:prstGeom>
        </p:spPr>
      </p:pic>
      <p:cxnSp>
        <p:nvCxnSpPr>
          <p:cNvPr id="49" name="Straight Arrow Connector 48">
            <a:extLst>
              <a:ext uri="{FF2B5EF4-FFF2-40B4-BE49-F238E27FC236}">
                <a16:creationId xmlns:a16="http://schemas.microsoft.com/office/drawing/2014/main" id="{9260BEBF-FB83-EA30-4BAA-D1B9A35F1CBD}"/>
              </a:ext>
            </a:extLst>
          </p:cNvPr>
          <p:cNvCxnSpPr>
            <a:cxnSpLocks/>
            <a:stCxn id="10" idx="3"/>
          </p:cNvCxnSpPr>
          <p:nvPr/>
        </p:nvCxnSpPr>
        <p:spPr>
          <a:xfrm flipV="1">
            <a:off x="3468413" y="5280021"/>
            <a:ext cx="910144" cy="21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0A9271E9-5FCF-DC8F-D347-5BBA148B3E4F}"/>
              </a:ext>
            </a:extLst>
          </p:cNvPr>
          <p:cNvCxnSpPr>
            <a:cxnSpLocks/>
            <a:stCxn id="20" idx="3"/>
          </p:cNvCxnSpPr>
          <p:nvPr/>
        </p:nvCxnSpPr>
        <p:spPr>
          <a:xfrm>
            <a:off x="3468413" y="2493182"/>
            <a:ext cx="91014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75EE8E37-AE86-8190-EB81-B0EACD5C3D7C}"/>
              </a:ext>
            </a:extLst>
          </p:cNvPr>
          <p:cNvCxnSpPr>
            <a:cxnSpLocks/>
          </p:cNvCxnSpPr>
          <p:nvPr/>
        </p:nvCxnSpPr>
        <p:spPr>
          <a:xfrm>
            <a:off x="6014114" y="2774820"/>
            <a:ext cx="0" cy="3979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075" name="TextBox 3074">
            <a:extLst>
              <a:ext uri="{FF2B5EF4-FFF2-40B4-BE49-F238E27FC236}">
                <a16:creationId xmlns:a16="http://schemas.microsoft.com/office/drawing/2014/main" id="{4F4B4C77-5C2D-11B3-0C3E-188FA27F12D6}"/>
              </a:ext>
            </a:extLst>
          </p:cNvPr>
          <p:cNvSpPr txBox="1"/>
          <p:nvPr/>
        </p:nvSpPr>
        <p:spPr>
          <a:xfrm>
            <a:off x="5570723" y="3940240"/>
            <a:ext cx="922047" cy="261610"/>
          </a:xfrm>
          <a:prstGeom prst="rect">
            <a:avLst/>
          </a:prstGeom>
          <a:noFill/>
        </p:spPr>
        <p:txBody>
          <a:bodyPr wrap="none" rtlCol="0">
            <a:spAutoFit/>
          </a:bodyPr>
          <a:lstStyle/>
          <a:p>
            <a:r>
              <a:rPr lang="en-US" sz="1100" dirty="0">
                <a:latin typeface="Trebuchet MS" panose="020B0703020202090204" pitchFamily="34" charset="0"/>
              </a:rPr>
              <a:t>Master App</a:t>
            </a:r>
          </a:p>
        </p:txBody>
      </p:sp>
      <p:sp>
        <p:nvSpPr>
          <p:cNvPr id="3077" name="TextBox 3076">
            <a:extLst>
              <a:ext uri="{FF2B5EF4-FFF2-40B4-BE49-F238E27FC236}">
                <a16:creationId xmlns:a16="http://schemas.microsoft.com/office/drawing/2014/main" id="{1572FFCA-CCD9-72F4-C6A1-6019825856B5}"/>
              </a:ext>
            </a:extLst>
          </p:cNvPr>
          <p:cNvSpPr txBox="1"/>
          <p:nvPr/>
        </p:nvSpPr>
        <p:spPr>
          <a:xfrm>
            <a:off x="6232867" y="2320891"/>
            <a:ext cx="782587" cy="261610"/>
          </a:xfrm>
          <a:prstGeom prst="rect">
            <a:avLst/>
          </a:prstGeom>
          <a:noFill/>
        </p:spPr>
        <p:txBody>
          <a:bodyPr wrap="none" rtlCol="0">
            <a:spAutoFit/>
          </a:bodyPr>
          <a:lstStyle/>
          <a:p>
            <a:r>
              <a:rPr lang="en-US" sz="1100" dirty="0">
                <a:latin typeface="Trebuchet MS" panose="020B0703020202090204" pitchFamily="34" charset="0"/>
              </a:rPr>
              <a:t>Database</a:t>
            </a:r>
          </a:p>
        </p:txBody>
      </p:sp>
      <p:sp>
        <p:nvSpPr>
          <p:cNvPr id="3078" name="TextBox 3077">
            <a:extLst>
              <a:ext uri="{FF2B5EF4-FFF2-40B4-BE49-F238E27FC236}">
                <a16:creationId xmlns:a16="http://schemas.microsoft.com/office/drawing/2014/main" id="{D157DE82-59F6-57C4-40EB-FFCE330EE484}"/>
              </a:ext>
            </a:extLst>
          </p:cNvPr>
          <p:cNvSpPr txBox="1"/>
          <p:nvPr/>
        </p:nvSpPr>
        <p:spPr>
          <a:xfrm>
            <a:off x="8768392" y="2760716"/>
            <a:ext cx="2350016" cy="938719"/>
          </a:xfrm>
          <a:prstGeom prst="rect">
            <a:avLst/>
          </a:prstGeom>
          <a:noFill/>
        </p:spPr>
        <p:txBody>
          <a:bodyPr wrap="square" rtlCol="0">
            <a:spAutoFit/>
          </a:bodyPr>
          <a:lstStyle/>
          <a:p>
            <a:pPr marL="171450" indent="-171450">
              <a:buFont typeface="Arial" panose="020B0604020202020204" pitchFamily="34" charset="0"/>
              <a:buChar char="•"/>
            </a:pPr>
            <a:r>
              <a:rPr lang="en-US" sz="1100" dirty="0">
                <a:solidFill>
                  <a:schemeClr val="bg1">
                    <a:lumMod val="50000"/>
                  </a:schemeClr>
                </a:solidFill>
                <a:latin typeface="Trebuchet MS" panose="020B0703020202090204" pitchFamily="34" charset="0"/>
              </a:rPr>
              <a:t>A customized real time progress tracking dashboards built using opensource web frameworks for inter operability and scalability  </a:t>
            </a:r>
          </a:p>
        </p:txBody>
      </p:sp>
      <p:pic>
        <p:nvPicPr>
          <p:cNvPr id="3081" name="Picture 16" descr="Graph chart report icon Outline graph chart report vector icon for web  design isolated on white background | Premium Vector">
            <a:extLst>
              <a:ext uri="{FF2B5EF4-FFF2-40B4-BE49-F238E27FC236}">
                <a16:creationId xmlns:a16="http://schemas.microsoft.com/office/drawing/2014/main" id="{448D9DAB-5C25-932A-BD8F-3D7741FC3ADC}"/>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601945" y="4655126"/>
            <a:ext cx="682909" cy="682909"/>
          </a:xfrm>
          <a:prstGeom prst="rect">
            <a:avLst/>
          </a:prstGeom>
          <a:noFill/>
          <a:extLst>
            <a:ext uri="{909E8E84-426E-40DD-AFC4-6F175D3DCCD1}">
              <a14:hiddenFill xmlns:a14="http://schemas.microsoft.com/office/drawing/2010/main">
                <a:solidFill>
                  <a:srgbClr val="FFFFFF"/>
                </a:solidFill>
              </a14:hiddenFill>
            </a:ext>
          </a:extLst>
        </p:spPr>
      </p:pic>
      <p:sp>
        <p:nvSpPr>
          <p:cNvPr id="3082" name="TextBox 3081">
            <a:extLst>
              <a:ext uri="{FF2B5EF4-FFF2-40B4-BE49-F238E27FC236}">
                <a16:creationId xmlns:a16="http://schemas.microsoft.com/office/drawing/2014/main" id="{DFDF511C-B10E-4073-0879-D64A8FE30C2A}"/>
              </a:ext>
            </a:extLst>
          </p:cNvPr>
          <p:cNvSpPr txBox="1"/>
          <p:nvPr/>
        </p:nvSpPr>
        <p:spPr>
          <a:xfrm>
            <a:off x="8702577" y="5527436"/>
            <a:ext cx="2553031" cy="430887"/>
          </a:xfrm>
          <a:prstGeom prst="rect">
            <a:avLst/>
          </a:prstGeom>
          <a:noFill/>
        </p:spPr>
        <p:txBody>
          <a:bodyPr wrap="square" rtlCol="0">
            <a:spAutoFit/>
          </a:bodyPr>
          <a:lstStyle/>
          <a:p>
            <a:r>
              <a:rPr lang="en-US" sz="1100" dirty="0">
                <a:solidFill>
                  <a:schemeClr val="bg1">
                    <a:lumMod val="50000"/>
                  </a:schemeClr>
                </a:solidFill>
                <a:latin typeface="Trebuchet MS" panose="020B0703020202090204" pitchFamily="34" charset="0"/>
              </a:rPr>
              <a:t>A Custom designed suite of day to day reports and monitoring platform  </a:t>
            </a:r>
          </a:p>
        </p:txBody>
      </p:sp>
      <p:cxnSp>
        <p:nvCxnSpPr>
          <p:cNvPr id="3085" name="Straight Arrow Connector 3084">
            <a:extLst>
              <a:ext uri="{FF2B5EF4-FFF2-40B4-BE49-F238E27FC236}">
                <a16:creationId xmlns:a16="http://schemas.microsoft.com/office/drawing/2014/main" id="{243CEFB2-6699-7A66-AB1B-44C386AE063F}"/>
              </a:ext>
            </a:extLst>
          </p:cNvPr>
          <p:cNvCxnSpPr>
            <a:cxnSpLocks/>
            <a:endCxn id="39" idx="1"/>
          </p:cNvCxnSpPr>
          <p:nvPr/>
        </p:nvCxnSpPr>
        <p:spPr>
          <a:xfrm>
            <a:off x="7731967" y="2502308"/>
            <a:ext cx="89922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90" name="Straight Arrow Connector 3089">
            <a:extLst>
              <a:ext uri="{FF2B5EF4-FFF2-40B4-BE49-F238E27FC236}">
                <a16:creationId xmlns:a16="http://schemas.microsoft.com/office/drawing/2014/main" id="{B71FC708-BA96-04FE-0C35-10A7060545D7}"/>
              </a:ext>
            </a:extLst>
          </p:cNvPr>
          <p:cNvCxnSpPr>
            <a:cxnSpLocks/>
            <a:endCxn id="40" idx="1"/>
          </p:cNvCxnSpPr>
          <p:nvPr/>
        </p:nvCxnSpPr>
        <p:spPr>
          <a:xfrm>
            <a:off x="7683024" y="5280021"/>
            <a:ext cx="94817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6148" name="Picture 4" descr="React logo landscape transparent PNG - StickPNG">
            <a:extLst>
              <a:ext uri="{FF2B5EF4-FFF2-40B4-BE49-F238E27FC236}">
                <a16:creationId xmlns:a16="http://schemas.microsoft.com/office/drawing/2014/main" id="{0D159E87-9622-C7DB-75E1-477D77C55D7D}"/>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98790" y="2133956"/>
            <a:ext cx="734626" cy="411391"/>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Python Logo, symbol, meaning, history, PNG, brand">
            <a:extLst>
              <a:ext uri="{FF2B5EF4-FFF2-40B4-BE49-F238E27FC236}">
                <a16:creationId xmlns:a16="http://schemas.microsoft.com/office/drawing/2014/main" id="{F0069D1E-3710-DB1C-EF7E-A0595412D7A0}"/>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684466" y="2004011"/>
            <a:ext cx="732866" cy="41223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React logo landscape transparent PNG - StickPNG">
            <a:extLst>
              <a:ext uri="{FF2B5EF4-FFF2-40B4-BE49-F238E27FC236}">
                <a16:creationId xmlns:a16="http://schemas.microsoft.com/office/drawing/2014/main" id="{FFDF017A-74E7-053D-EE7F-96FCB27EAAB6}"/>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684415" y="3479704"/>
            <a:ext cx="734626" cy="4113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Python Logo, symbol, meaning, history, PNG, brand">
            <a:extLst>
              <a:ext uri="{FF2B5EF4-FFF2-40B4-BE49-F238E27FC236}">
                <a16:creationId xmlns:a16="http://schemas.microsoft.com/office/drawing/2014/main" id="{29FBBAA2-D3AC-EE98-D7F8-FD0972A07159}"/>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644561" y="3482952"/>
            <a:ext cx="732866" cy="41223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React logo landscape transparent PNG - StickPNG">
            <a:extLst>
              <a:ext uri="{FF2B5EF4-FFF2-40B4-BE49-F238E27FC236}">
                <a16:creationId xmlns:a16="http://schemas.microsoft.com/office/drawing/2014/main" id="{B06C3B19-43BA-432C-6CF5-86F1EDA1E293}"/>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740784" y="2018071"/>
            <a:ext cx="734626" cy="4113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React logo landscape transparent PNG - StickPNG">
            <a:extLst>
              <a:ext uri="{FF2B5EF4-FFF2-40B4-BE49-F238E27FC236}">
                <a16:creationId xmlns:a16="http://schemas.microsoft.com/office/drawing/2014/main" id="{D8D02BB1-EAFC-E42D-9531-36A564335C82}"/>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760135" y="4702153"/>
            <a:ext cx="734626" cy="41139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Python Logo, symbol, meaning, history, PNG, brand">
            <a:extLst>
              <a:ext uri="{FF2B5EF4-FFF2-40B4-BE49-F238E27FC236}">
                <a16:creationId xmlns:a16="http://schemas.microsoft.com/office/drawing/2014/main" id="{473B7962-B856-E6D8-E896-BED42430E029}"/>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400931" y="4701307"/>
            <a:ext cx="732866" cy="412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751697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124E67-D889-F6C1-3BF4-7CE7C23F207A}"/>
            </a:ext>
          </a:extLst>
        </p:cNvPr>
        <p:cNvGrpSpPr/>
        <p:nvPr/>
      </p:nvGrpSpPr>
      <p:grpSpPr>
        <a:xfrm>
          <a:off x="0" y="0"/>
          <a:ext cx="0" cy="0"/>
          <a:chOff x="0" y="0"/>
          <a:chExt cx="0" cy="0"/>
        </a:xfrm>
      </p:grpSpPr>
      <p:pic>
        <p:nvPicPr>
          <p:cNvPr id="3076" name="Picture 4" descr="270+ Hmi Stock Illustrations, Royalty-Free Vector Graphics &amp; Clip Art -  iStock | Hmi icon, Car hmi">
            <a:extLst>
              <a:ext uri="{FF2B5EF4-FFF2-40B4-BE49-F238E27FC236}">
                <a16:creationId xmlns:a16="http://schemas.microsoft.com/office/drawing/2014/main" id="{7D9D5D4B-85D2-F3F4-10D3-4F7C24A58000}"/>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303" y="1678991"/>
            <a:ext cx="1434407" cy="143440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51D4B08D-FD8A-6B2A-BEBC-D4B6709E422E}"/>
              </a:ext>
            </a:extLst>
          </p:cNvPr>
          <p:cNvSpPr>
            <a:spLocks noGrp="1"/>
          </p:cNvSpPr>
          <p:nvPr>
            <p:ph type="title"/>
          </p:nvPr>
        </p:nvSpPr>
        <p:spPr>
          <a:xfrm>
            <a:off x="844000" y="299016"/>
            <a:ext cx="10504000" cy="848979"/>
          </a:xfrm>
        </p:spPr>
        <p:txBody>
          <a:bodyPr/>
          <a:lstStyle/>
          <a:p>
            <a:r>
              <a:rPr lang="en-US" dirty="0">
                <a:solidFill>
                  <a:srgbClr val="0D4D3C"/>
                </a:solidFill>
                <a:latin typeface="Trebuchet MS" panose="020B0703020202090204" pitchFamily="34" charset="0"/>
              </a:rPr>
              <a:t>Architecture</a:t>
            </a:r>
          </a:p>
        </p:txBody>
      </p:sp>
      <p:sp>
        <p:nvSpPr>
          <p:cNvPr id="10" name="Rounded Rectangle 9">
            <a:extLst>
              <a:ext uri="{FF2B5EF4-FFF2-40B4-BE49-F238E27FC236}">
                <a16:creationId xmlns:a16="http://schemas.microsoft.com/office/drawing/2014/main" id="{8DD832E8-2A5C-64F5-EC85-1E9F52D3A438}"/>
              </a:ext>
            </a:extLst>
          </p:cNvPr>
          <p:cNvSpPr/>
          <p:nvPr/>
        </p:nvSpPr>
        <p:spPr>
          <a:xfrm>
            <a:off x="844000" y="4016366"/>
            <a:ext cx="2624413" cy="2527738"/>
          </a:xfrm>
          <a:prstGeom prst="roundRect">
            <a:avLst>
              <a:gd name="adj" fmla="val 4609"/>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dirty="0">
              <a:latin typeface="Trebuchet MS" panose="020B0703020202090204" pitchFamily="34" charset="0"/>
            </a:endParaRPr>
          </a:p>
        </p:txBody>
      </p:sp>
      <p:pic>
        <p:nvPicPr>
          <p:cNvPr id="11" name="Picture 2" descr="11,600+ Robot Arm Icon Stock Illustrations, Royalty-Free Vector Graphics &amp;  Clip Art - iStock">
            <a:extLst>
              <a:ext uri="{FF2B5EF4-FFF2-40B4-BE49-F238E27FC236}">
                <a16:creationId xmlns:a16="http://schemas.microsoft.com/office/drawing/2014/main" id="{9CA76EE2-23E3-78F2-B6B4-E80F4E78F23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5496" y="4702153"/>
            <a:ext cx="705573" cy="70557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CCFBE11F-91B6-A089-2503-4CE6536ADA9B}"/>
              </a:ext>
            </a:extLst>
          </p:cNvPr>
          <p:cNvSpPr txBox="1"/>
          <p:nvPr/>
        </p:nvSpPr>
        <p:spPr>
          <a:xfrm>
            <a:off x="843992" y="4021628"/>
            <a:ext cx="2781531" cy="369332"/>
          </a:xfrm>
          <a:prstGeom prst="rect">
            <a:avLst/>
          </a:prstGeom>
          <a:noFill/>
        </p:spPr>
        <p:txBody>
          <a:bodyPr wrap="none" rtlCol="0">
            <a:spAutoFit/>
          </a:bodyPr>
          <a:lstStyle/>
          <a:p>
            <a:r>
              <a:rPr lang="en-US" dirty="0">
                <a:latin typeface="Trebuchet MS" panose="020B0703020202090204" pitchFamily="34" charset="0"/>
              </a:rPr>
              <a:t>Machine Data Collection</a:t>
            </a:r>
          </a:p>
        </p:txBody>
      </p:sp>
      <p:pic>
        <p:nvPicPr>
          <p:cNvPr id="3074" name="Picture 2" descr="Pcb Icon PNG Images, Vectors Free Download - Pngtree">
            <a:extLst>
              <a:ext uri="{FF2B5EF4-FFF2-40B4-BE49-F238E27FC236}">
                <a16:creationId xmlns:a16="http://schemas.microsoft.com/office/drawing/2014/main" id="{95C3A20F-5B28-8058-D811-6C0B83618C3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97306" y="4768000"/>
            <a:ext cx="573877" cy="573877"/>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5101C71B-5F6A-3240-D118-C137E80F9722}"/>
              </a:ext>
            </a:extLst>
          </p:cNvPr>
          <p:cNvSpPr txBox="1"/>
          <p:nvPr/>
        </p:nvSpPr>
        <p:spPr>
          <a:xfrm>
            <a:off x="915382" y="5528441"/>
            <a:ext cx="2481641" cy="938719"/>
          </a:xfrm>
          <a:prstGeom prst="rect">
            <a:avLst/>
          </a:prstGeom>
          <a:noFill/>
        </p:spPr>
        <p:txBody>
          <a:bodyPr wrap="square" rtlCol="0">
            <a:spAutoFit/>
          </a:bodyPr>
          <a:lstStyle/>
          <a:p>
            <a:pPr marL="171450" indent="-171450">
              <a:buFont typeface="Arial" panose="020B0604020202020204" pitchFamily="34" charset="0"/>
              <a:buChar char="•"/>
            </a:pPr>
            <a:r>
              <a:rPr lang="en-IN" sz="1100" dirty="0">
                <a:solidFill>
                  <a:schemeClr val="bg1">
                    <a:lumMod val="50000"/>
                  </a:schemeClr>
                </a:solidFill>
                <a:latin typeface="Trebuchet MS" panose="020B0703020202090204" pitchFamily="34" charset="0"/>
              </a:rPr>
              <a:t>Collect real-time data from the machine.</a:t>
            </a:r>
          </a:p>
          <a:p>
            <a:pPr marL="171450" indent="-171450">
              <a:buFont typeface="Arial" panose="020B0604020202020204" pitchFamily="34" charset="0"/>
              <a:buChar char="•"/>
            </a:pPr>
            <a:r>
              <a:rPr lang="en-IN" sz="1100" dirty="0">
                <a:solidFill>
                  <a:schemeClr val="bg1">
                    <a:lumMod val="50000"/>
                  </a:schemeClr>
                </a:solidFill>
                <a:latin typeface="Trebuchet MS" panose="020B0703020202090204" pitchFamily="34" charset="0"/>
              </a:rPr>
              <a:t>Execute operational commands from HMI on the machine (e.g., turning on Setup mode in a CNC).</a:t>
            </a:r>
          </a:p>
        </p:txBody>
      </p:sp>
      <p:cxnSp>
        <p:nvCxnSpPr>
          <p:cNvPr id="18" name="Straight Arrow Connector 17">
            <a:extLst>
              <a:ext uri="{FF2B5EF4-FFF2-40B4-BE49-F238E27FC236}">
                <a16:creationId xmlns:a16="http://schemas.microsoft.com/office/drawing/2014/main" id="{13844B48-E232-9C50-5FEF-D650EAC833F9}"/>
              </a:ext>
            </a:extLst>
          </p:cNvPr>
          <p:cNvCxnSpPr>
            <a:cxnSpLocks/>
          </p:cNvCxnSpPr>
          <p:nvPr/>
        </p:nvCxnSpPr>
        <p:spPr>
          <a:xfrm>
            <a:off x="1791069" y="5054938"/>
            <a:ext cx="5842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ounded Rectangle 19">
            <a:extLst>
              <a:ext uri="{FF2B5EF4-FFF2-40B4-BE49-F238E27FC236}">
                <a16:creationId xmlns:a16="http://schemas.microsoft.com/office/drawing/2014/main" id="{777C3385-A945-BD24-4E3C-380010DFC2B0}"/>
              </a:ext>
            </a:extLst>
          </p:cNvPr>
          <p:cNvSpPr>
            <a:spLocks/>
          </p:cNvSpPr>
          <p:nvPr/>
        </p:nvSpPr>
        <p:spPr>
          <a:xfrm>
            <a:off x="844000" y="1229313"/>
            <a:ext cx="2624413" cy="2527738"/>
          </a:xfrm>
          <a:prstGeom prst="roundRect">
            <a:avLst>
              <a:gd name="adj" fmla="val 4944"/>
            </a:avLst>
          </a:prstGeom>
          <a:noFill/>
          <a:ln w="12700"/>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Trebuchet MS" panose="020B0703020202090204" pitchFamily="34" charset="0"/>
            </a:endParaRPr>
          </a:p>
        </p:txBody>
      </p:sp>
      <p:sp>
        <p:nvSpPr>
          <p:cNvPr id="22" name="TextBox 21">
            <a:extLst>
              <a:ext uri="{FF2B5EF4-FFF2-40B4-BE49-F238E27FC236}">
                <a16:creationId xmlns:a16="http://schemas.microsoft.com/office/drawing/2014/main" id="{B05AE1DD-5644-4102-EFD8-957BE21AA0B9}"/>
              </a:ext>
            </a:extLst>
          </p:cNvPr>
          <p:cNvSpPr txBox="1"/>
          <p:nvPr/>
        </p:nvSpPr>
        <p:spPr>
          <a:xfrm>
            <a:off x="843992" y="1276362"/>
            <a:ext cx="2553031" cy="646331"/>
          </a:xfrm>
          <a:prstGeom prst="rect">
            <a:avLst/>
          </a:prstGeom>
          <a:noFill/>
        </p:spPr>
        <p:txBody>
          <a:bodyPr wrap="square" rtlCol="0">
            <a:spAutoFit/>
          </a:bodyPr>
          <a:lstStyle/>
          <a:p>
            <a:pPr algn="ctr"/>
            <a:r>
              <a:rPr lang="en-US" dirty="0">
                <a:latin typeface="Trebuchet MS" panose="020B0703020202090204" pitchFamily="34" charset="0"/>
              </a:rPr>
              <a:t>HMI (Human Machine interface)</a:t>
            </a:r>
          </a:p>
        </p:txBody>
      </p:sp>
      <p:sp>
        <p:nvSpPr>
          <p:cNvPr id="27" name="TextBox 26">
            <a:extLst>
              <a:ext uri="{FF2B5EF4-FFF2-40B4-BE49-F238E27FC236}">
                <a16:creationId xmlns:a16="http://schemas.microsoft.com/office/drawing/2014/main" id="{6B3CBE60-EEAE-C786-1348-EFE57178E773}"/>
              </a:ext>
            </a:extLst>
          </p:cNvPr>
          <p:cNvSpPr txBox="1"/>
          <p:nvPr/>
        </p:nvSpPr>
        <p:spPr>
          <a:xfrm>
            <a:off x="911299" y="2899768"/>
            <a:ext cx="2485724"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solidFill>
                  <a:schemeClr val="bg1">
                    <a:lumMod val="50000"/>
                  </a:schemeClr>
                </a:solidFill>
                <a:latin typeface="Trebuchet MS" panose="020B0703020202090204" pitchFamily="34" charset="0"/>
              </a:rPr>
              <a:t>A Custom designed unified HMI application to control and monitor operations of the cell</a:t>
            </a:r>
          </a:p>
        </p:txBody>
      </p:sp>
      <p:sp>
        <p:nvSpPr>
          <p:cNvPr id="28" name="Rounded Rectangle 27">
            <a:extLst>
              <a:ext uri="{FF2B5EF4-FFF2-40B4-BE49-F238E27FC236}">
                <a16:creationId xmlns:a16="http://schemas.microsoft.com/office/drawing/2014/main" id="{E6F2D245-5B58-764F-1CC4-6B517AA237AF}"/>
              </a:ext>
            </a:extLst>
          </p:cNvPr>
          <p:cNvSpPr/>
          <p:nvPr/>
        </p:nvSpPr>
        <p:spPr>
          <a:xfrm>
            <a:off x="4378557" y="1232255"/>
            <a:ext cx="3342494" cy="5314791"/>
          </a:xfrm>
          <a:prstGeom prst="roundRect">
            <a:avLst>
              <a:gd name="adj" fmla="val 4567"/>
            </a:avLst>
          </a:prstGeom>
          <a:noFill/>
          <a:ln w="63500"/>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Trebuchet MS" panose="020B0703020202090204" pitchFamily="34" charset="0"/>
            </a:endParaRPr>
          </a:p>
        </p:txBody>
      </p:sp>
      <p:sp>
        <p:nvSpPr>
          <p:cNvPr id="29" name="TextBox 28">
            <a:extLst>
              <a:ext uri="{FF2B5EF4-FFF2-40B4-BE49-F238E27FC236}">
                <a16:creationId xmlns:a16="http://schemas.microsoft.com/office/drawing/2014/main" id="{16F1D07A-C381-F76C-C628-5F9388E27FA7}"/>
              </a:ext>
            </a:extLst>
          </p:cNvPr>
          <p:cNvSpPr txBox="1"/>
          <p:nvPr/>
        </p:nvSpPr>
        <p:spPr>
          <a:xfrm>
            <a:off x="4342867" y="1279305"/>
            <a:ext cx="3342494" cy="369332"/>
          </a:xfrm>
          <a:prstGeom prst="rect">
            <a:avLst/>
          </a:prstGeom>
          <a:noFill/>
        </p:spPr>
        <p:txBody>
          <a:bodyPr wrap="square" rtlCol="0">
            <a:spAutoFit/>
          </a:bodyPr>
          <a:lstStyle/>
          <a:p>
            <a:pPr algn="ctr"/>
            <a:r>
              <a:rPr lang="en-US" dirty="0">
                <a:latin typeface="Trebuchet MS" panose="020B0703020202090204" pitchFamily="34" charset="0"/>
              </a:rPr>
              <a:t>Server</a:t>
            </a:r>
          </a:p>
        </p:txBody>
      </p:sp>
      <p:pic>
        <p:nvPicPr>
          <p:cNvPr id="31" name="Picture 4" descr="Server - Free technology icons">
            <a:extLst>
              <a:ext uri="{FF2B5EF4-FFF2-40B4-BE49-F238E27FC236}">
                <a16:creationId xmlns:a16="http://schemas.microsoft.com/office/drawing/2014/main" id="{D351D328-FC6E-03F5-6995-31F22290CFB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04077" y="3163685"/>
            <a:ext cx="820074" cy="820074"/>
          </a:xfrm>
          <a:prstGeom prst="rect">
            <a:avLst/>
          </a:prstGeom>
          <a:noFill/>
          <a:extLst>
            <a:ext uri="{909E8E84-426E-40DD-AFC4-6F175D3DCCD1}">
              <a14:hiddenFill xmlns:a14="http://schemas.microsoft.com/office/drawing/2010/main">
                <a:solidFill>
                  <a:srgbClr val="FFFFFF"/>
                </a:solidFill>
              </a14:hiddenFill>
            </a:ext>
          </a:extLst>
        </p:spPr>
      </p:pic>
      <p:pic>
        <p:nvPicPr>
          <p:cNvPr id="33" name="Graphic 32">
            <a:extLst>
              <a:ext uri="{FF2B5EF4-FFF2-40B4-BE49-F238E27FC236}">
                <a16:creationId xmlns:a16="http://schemas.microsoft.com/office/drawing/2014/main" id="{FC8330AB-DFDA-32CE-CFE3-ED545C2AC5B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24361" y="2046536"/>
            <a:ext cx="579506" cy="820074"/>
          </a:xfrm>
          <a:prstGeom prst="rect">
            <a:avLst/>
          </a:prstGeom>
        </p:spPr>
      </p:pic>
      <p:sp>
        <p:nvSpPr>
          <p:cNvPr id="35" name="TextBox 34">
            <a:extLst>
              <a:ext uri="{FF2B5EF4-FFF2-40B4-BE49-F238E27FC236}">
                <a16:creationId xmlns:a16="http://schemas.microsoft.com/office/drawing/2014/main" id="{262B0646-34A9-2ECC-642F-2118BF96C570}"/>
              </a:ext>
            </a:extLst>
          </p:cNvPr>
          <p:cNvSpPr txBox="1"/>
          <p:nvPr/>
        </p:nvSpPr>
        <p:spPr>
          <a:xfrm>
            <a:off x="4551422" y="4767461"/>
            <a:ext cx="3062996" cy="1277273"/>
          </a:xfrm>
          <a:prstGeom prst="rect">
            <a:avLst/>
          </a:prstGeom>
          <a:noFill/>
        </p:spPr>
        <p:txBody>
          <a:bodyPr wrap="square" rtlCol="0">
            <a:spAutoFit/>
          </a:bodyPr>
          <a:lstStyle/>
          <a:p>
            <a:pPr marL="171450" indent="-171450">
              <a:buFont typeface="Arial" panose="020B0604020202020204" pitchFamily="34" charset="0"/>
              <a:buChar char="•"/>
            </a:pPr>
            <a:r>
              <a:rPr lang="en-IN" sz="1100" dirty="0">
                <a:solidFill>
                  <a:schemeClr val="bg1">
                    <a:lumMod val="50000"/>
                  </a:schemeClr>
                </a:solidFill>
                <a:latin typeface="Trebuchet MS" panose="020B0703020202090204" pitchFamily="34" charset="0"/>
              </a:rPr>
              <a:t>Collect and process real-time data from the Machine PCB using custom designed scalable </a:t>
            </a:r>
            <a:r>
              <a:rPr lang="en-IN" sz="1100" dirty="0">
                <a:latin typeface="Trebuchet MS" panose="020B0703020202090204" pitchFamily="34" charset="0"/>
              </a:rPr>
              <a:t>Master App.</a:t>
            </a:r>
          </a:p>
          <a:p>
            <a:pPr marL="171450" indent="-171450">
              <a:buFont typeface="Arial" panose="020B0604020202020204" pitchFamily="34" charset="0"/>
              <a:buChar char="•"/>
            </a:pPr>
            <a:r>
              <a:rPr lang="en-IN" sz="1100" dirty="0">
                <a:solidFill>
                  <a:schemeClr val="bg1">
                    <a:lumMod val="50000"/>
                  </a:schemeClr>
                </a:solidFill>
                <a:latin typeface="Trebuchet MS" panose="020B0703020202090204" pitchFamily="34" charset="0"/>
              </a:rPr>
              <a:t>Store and manage data using PostgreSQL for scalability and consistency.</a:t>
            </a:r>
          </a:p>
          <a:p>
            <a:pPr marL="171450" indent="-171450">
              <a:buFont typeface="Arial" panose="020B0604020202020204" pitchFamily="34" charset="0"/>
              <a:buChar char="•"/>
            </a:pPr>
            <a:r>
              <a:rPr lang="en-IN" sz="1100" dirty="0">
                <a:latin typeface="Trebuchet MS" panose="020B0703020202090204" pitchFamily="34" charset="0"/>
              </a:rPr>
              <a:t>Master App </a:t>
            </a:r>
            <a:r>
              <a:rPr lang="en-IN" sz="1100" dirty="0">
                <a:solidFill>
                  <a:schemeClr val="bg1">
                    <a:lumMod val="50000"/>
                  </a:schemeClr>
                </a:solidFill>
                <a:latin typeface="Trebuchet MS" panose="020B0703020202090204" pitchFamily="34" charset="0"/>
              </a:rPr>
              <a:t>acts as a control hub between the HMI and Machine PCB.</a:t>
            </a:r>
          </a:p>
        </p:txBody>
      </p:sp>
      <p:sp>
        <p:nvSpPr>
          <p:cNvPr id="39" name="Rounded Rectangle 38">
            <a:extLst>
              <a:ext uri="{FF2B5EF4-FFF2-40B4-BE49-F238E27FC236}">
                <a16:creationId xmlns:a16="http://schemas.microsoft.com/office/drawing/2014/main" id="{DF72A92A-C5D8-44A5-70A7-BF8BF78DB68D}"/>
              </a:ext>
            </a:extLst>
          </p:cNvPr>
          <p:cNvSpPr/>
          <p:nvPr/>
        </p:nvSpPr>
        <p:spPr>
          <a:xfrm>
            <a:off x="8631195" y="1228236"/>
            <a:ext cx="2624413" cy="2548143"/>
          </a:xfrm>
          <a:prstGeom prst="roundRect">
            <a:avLst>
              <a:gd name="adj" fmla="val 4274"/>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Trebuchet MS" panose="020B0703020202090204" pitchFamily="34" charset="0"/>
            </a:endParaRPr>
          </a:p>
        </p:txBody>
      </p:sp>
      <p:sp>
        <p:nvSpPr>
          <p:cNvPr id="40" name="Rounded Rectangle 39">
            <a:extLst>
              <a:ext uri="{FF2B5EF4-FFF2-40B4-BE49-F238E27FC236}">
                <a16:creationId xmlns:a16="http://schemas.microsoft.com/office/drawing/2014/main" id="{E3222358-5AA9-4131-B0B9-189B30553DC3}"/>
              </a:ext>
            </a:extLst>
          </p:cNvPr>
          <p:cNvSpPr/>
          <p:nvPr/>
        </p:nvSpPr>
        <p:spPr>
          <a:xfrm>
            <a:off x="8631195" y="4016152"/>
            <a:ext cx="2624413" cy="2527738"/>
          </a:xfrm>
          <a:prstGeom prst="roundRect">
            <a:avLst>
              <a:gd name="adj" fmla="val 5279"/>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Trebuchet MS" panose="020B0703020202090204" pitchFamily="34" charset="0"/>
            </a:endParaRPr>
          </a:p>
        </p:txBody>
      </p:sp>
      <p:sp>
        <p:nvSpPr>
          <p:cNvPr id="43" name="TextBox 42">
            <a:extLst>
              <a:ext uri="{FF2B5EF4-FFF2-40B4-BE49-F238E27FC236}">
                <a16:creationId xmlns:a16="http://schemas.microsoft.com/office/drawing/2014/main" id="{D1A70584-5E6E-2029-B5AA-CC7289B7127D}"/>
              </a:ext>
            </a:extLst>
          </p:cNvPr>
          <p:cNvSpPr txBox="1"/>
          <p:nvPr/>
        </p:nvSpPr>
        <p:spPr>
          <a:xfrm>
            <a:off x="8666885" y="1295691"/>
            <a:ext cx="2553031" cy="369332"/>
          </a:xfrm>
          <a:prstGeom prst="rect">
            <a:avLst/>
          </a:prstGeom>
          <a:noFill/>
        </p:spPr>
        <p:txBody>
          <a:bodyPr wrap="square" rtlCol="0">
            <a:spAutoFit/>
          </a:bodyPr>
          <a:lstStyle/>
          <a:p>
            <a:pPr algn="ctr"/>
            <a:r>
              <a:rPr lang="en-US" dirty="0">
                <a:latin typeface="Trebuchet MS" panose="020B0703020202090204" pitchFamily="34" charset="0"/>
              </a:rPr>
              <a:t>Dashboard</a:t>
            </a:r>
          </a:p>
        </p:txBody>
      </p:sp>
      <p:sp>
        <p:nvSpPr>
          <p:cNvPr id="44" name="TextBox 43">
            <a:extLst>
              <a:ext uri="{FF2B5EF4-FFF2-40B4-BE49-F238E27FC236}">
                <a16:creationId xmlns:a16="http://schemas.microsoft.com/office/drawing/2014/main" id="{1E014FAC-9112-C489-7FE8-29CC0C7ECBFB}"/>
              </a:ext>
            </a:extLst>
          </p:cNvPr>
          <p:cNvSpPr txBox="1"/>
          <p:nvPr/>
        </p:nvSpPr>
        <p:spPr>
          <a:xfrm>
            <a:off x="8666885" y="4096393"/>
            <a:ext cx="2553031" cy="646331"/>
          </a:xfrm>
          <a:prstGeom prst="rect">
            <a:avLst/>
          </a:prstGeom>
          <a:noFill/>
        </p:spPr>
        <p:txBody>
          <a:bodyPr wrap="square" rtlCol="0">
            <a:spAutoFit/>
          </a:bodyPr>
          <a:lstStyle/>
          <a:p>
            <a:pPr algn="ctr"/>
            <a:r>
              <a:rPr lang="en-US" dirty="0">
                <a:latin typeface="Trebuchet MS" panose="020B0703020202090204" pitchFamily="34" charset="0"/>
              </a:rPr>
              <a:t>Operational Report Suite</a:t>
            </a:r>
          </a:p>
        </p:txBody>
      </p:sp>
      <p:pic>
        <p:nvPicPr>
          <p:cNvPr id="45" name="Picture 44">
            <a:extLst>
              <a:ext uri="{FF2B5EF4-FFF2-40B4-BE49-F238E27FC236}">
                <a16:creationId xmlns:a16="http://schemas.microsoft.com/office/drawing/2014/main" id="{2393C199-B94D-2474-5FB2-511668B7722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563169" y="1918489"/>
            <a:ext cx="760462" cy="693985"/>
          </a:xfrm>
          <a:prstGeom prst="rect">
            <a:avLst/>
          </a:prstGeom>
        </p:spPr>
      </p:pic>
      <p:cxnSp>
        <p:nvCxnSpPr>
          <p:cNvPr id="49" name="Straight Arrow Connector 48">
            <a:extLst>
              <a:ext uri="{FF2B5EF4-FFF2-40B4-BE49-F238E27FC236}">
                <a16:creationId xmlns:a16="http://schemas.microsoft.com/office/drawing/2014/main" id="{3B22482F-BB6B-4117-3CA5-B077AADED59C}"/>
              </a:ext>
            </a:extLst>
          </p:cNvPr>
          <p:cNvCxnSpPr>
            <a:cxnSpLocks/>
            <a:stCxn id="10" idx="3"/>
          </p:cNvCxnSpPr>
          <p:nvPr/>
        </p:nvCxnSpPr>
        <p:spPr>
          <a:xfrm flipV="1">
            <a:off x="3468413" y="5280021"/>
            <a:ext cx="910144" cy="21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5C07783F-F850-84FA-9EFE-CEA161FEACC6}"/>
              </a:ext>
            </a:extLst>
          </p:cNvPr>
          <p:cNvCxnSpPr>
            <a:cxnSpLocks/>
            <a:stCxn id="20" idx="3"/>
          </p:cNvCxnSpPr>
          <p:nvPr/>
        </p:nvCxnSpPr>
        <p:spPr>
          <a:xfrm>
            <a:off x="3468413" y="2493182"/>
            <a:ext cx="91014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0F53C45A-FA81-9B53-6BAC-1707ABAB83DA}"/>
              </a:ext>
            </a:extLst>
          </p:cNvPr>
          <p:cNvCxnSpPr>
            <a:cxnSpLocks/>
          </p:cNvCxnSpPr>
          <p:nvPr/>
        </p:nvCxnSpPr>
        <p:spPr>
          <a:xfrm>
            <a:off x="6014114" y="2774820"/>
            <a:ext cx="0" cy="3979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075" name="TextBox 3074">
            <a:extLst>
              <a:ext uri="{FF2B5EF4-FFF2-40B4-BE49-F238E27FC236}">
                <a16:creationId xmlns:a16="http://schemas.microsoft.com/office/drawing/2014/main" id="{C0512614-718F-14C1-974A-D048258755F9}"/>
              </a:ext>
            </a:extLst>
          </p:cNvPr>
          <p:cNvSpPr txBox="1"/>
          <p:nvPr/>
        </p:nvSpPr>
        <p:spPr>
          <a:xfrm>
            <a:off x="5570723" y="3940240"/>
            <a:ext cx="922047" cy="261610"/>
          </a:xfrm>
          <a:prstGeom prst="rect">
            <a:avLst/>
          </a:prstGeom>
          <a:noFill/>
        </p:spPr>
        <p:txBody>
          <a:bodyPr wrap="none" rtlCol="0">
            <a:spAutoFit/>
          </a:bodyPr>
          <a:lstStyle/>
          <a:p>
            <a:r>
              <a:rPr lang="en-US" sz="1100" dirty="0">
                <a:latin typeface="Trebuchet MS" panose="020B0703020202090204" pitchFamily="34" charset="0"/>
              </a:rPr>
              <a:t>Master App</a:t>
            </a:r>
          </a:p>
        </p:txBody>
      </p:sp>
      <p:sp>
        <p:nvSpPr>
          <p:cNvPr id="3077" name="TextBox 3076">
            <a:extLst>
              <a:ext uri="{FF2B5EF4-FFF2-40B4-BE49-F238E27FC236}">
                <a16:creationId xmlns:a16="http://schemas.microsoft.com/office/drawing/2014/main" id="{1C2105BF-DF9D-D672-7051-2D6DB1EF3AB7}"/>
              </a:ext>
            </a:extLst>
          </p:cNvPr>
          <p:cNvSpPr txBox="1"/>
          <p:nvPr/>
        </p:nvSpPr>
        <p:spPr>
          <a:xfrm>
            <a:off x="6232867" y="2320891"/>
            <a:ext cx="782587" cy="261610"/>
          </a:xfrm>
          <a:prstGeom prst="rect">
            <a:avLst/>
          </a:prstGeom>
          <a:noFill/>
        </p:spPr>
        <p:txBody>
          <a:bodyPr wrap="none" rtlCol="0">
            <a:spAutoFit/>
          </a:bodyPr>
          <a:lstStyle/>
          <a:p>
            <a:r>
              <a:rPr lang="en-US" sz="1100" dirty="0">
                <a:latin typeface="Trebuchet MS" panose="020B0703020202090204" pitchFamily="34" charset="0"/>
              </a:rPr>
              <a:t>Database</a:t>
            </a:r>
          </a:p>
        </p:txBody>
      </p:sp>
      <p:sp>
        <p:nvSpPr>
          <p:cNvPr id="3078" name="TextBox 3077">
            <a:extLst>
              <a:ext uri="{FF2B5EF4-FFF2-40B4-BE49-F238E27FC236}">
                <a16:creationId xmlns:a16="http://schemas.microsoft.com/office/drawing/2014/main" id="{7186678D-051A-47F8-A384-9AF81ACE918E}"/>
              </a:ext>
            </a:extLst>
          </p:cNvPr>
          <p:cNvSpPr txBox="1"/>
          <p:nvPr/>
        </p:nvSpPr>
        <p:spPr>
          <a:xfrm>
            <a:off x="8768392" y="2760716"/>
            <a:ext cx="2350016" cy="938719"/>
          </a:xfrm>
          <a:prstGeom prst="rect">
            <a:avLst/>
          </a:prstGeom>
          <a:noFill/>
        </p:spPr>
        <p:txBody>
          <a:bodyPr wrap="square" rtlCol="0">
            <a:spAutoFit/>
          </a:bodyPr>
          <a:lstStyle/>
          <a:p>
            <a:pPr marL="171450" indent="-171450">
              <a:buFont typeface="Arial" panose="020B0604020202020204" pitchFamily="34" charset="0"/>
              <a:buChar char="•"/>
            </a:pPr>
            <a:r>
              <a:rPr lang="en-US" sz="1100" dirty="0">
                <a:solidFill>
                  <a:schemeClr val="bg1">
                    <a:lumMod val="50000"/>
                  </a:schemeClr>
                </a:solidFill>
                <a:latin typeface="Trebuchet MS" panose="020B0703020202090204" pitchFamily="34" charset="0"/>
              </a:rPr>
              <a:t>A customized real time progress tracking dashboards built using opensource web frameworks for inter operability and scalability  </a:t>
            </a:r>
          </a:p>
        </p:txBody>
      </p:sp>
      <p:pic>
        <p:nvPicPr>
          <p:cNvPr id="3081" name="Picture 16" descr="Graph chart report icon Outline graph chart report vector icon for web  design isolated on white background | Premium Vector">
            <a:extLst>
              <a:ext uri="{FF2B5EF4-FFF2-40B4-BE49-F238E27FC236}">
                <a16:creationId xmlns:a16="http://schemas.microsoft.com/office/drawing/2014/main" id="{142A46DD-4B76-D72E-D152-142043ABD750}"/>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601945" y="4655126"/>
            <a:ext cx="682909" cy="682909"/>
          </a:xfrm>
          <a:prstGeom prst="rect">
            <a:avLst/>
          </a:prstGeom>
          <a:noFill/>
          <a:extLst>
            <a:ext uri="{909E8E84-426E-40DD-AFC4-6F175D3DCCD1}">
              <a14:hiddenFill xmlns:a14="http://schemas.microsoft.com/office/drawing/2010/main">
                <a:solidFill>
                  <a:srgbClr val="FFFFFF"/>
                </a:solidFill>
              </a14:hiddenFill>
            </a:ext>
          </a:extLst>
        </p:spPr>
      </p:pic>
      <p:sp>
        <p:nvSpPr>
          <p:cNvPr id="3082" name="TextBox 3081">
            <a:extLst>
              <a:ext uri="{FF2B5EF4-FFF2-40B4-BE49-F238E27FC236}">
                <a16:creationId xmlns:a16="http://schemas.microsoft.com/office/drawing/2014/main" id="{215A0523-0BD2-53C9-DFF3-5F76C31FDA09}"/>
              </a:ext>
            </a:extLst>
          </p:cNvPr>
          <p:cNvSpPr txBox="1"/>
          <p:nvPr/>
        </p:nvSpPr>
        <p:spPr>
          <a:xfrm>
            <a:off x="8702577" y="5527436"/>
            <a:ext cx="2553031" cy="430887"/>
          </a:xfrm>
          <a:prstGeom prst="rect">
            <a:avLst/>
          </a:prstGeom>
          <a:noFill/>
        </p:spPr>
        <p:txBody>
          <a:bodyPr wrap="square" rtlCol="0">
            <a:spAutoFit/>
          </a:bodyPr>
          <a:lstStyle/>
          <a:p>
            <a:r>
              <a:rPr lang="en-US" sz="1100" dirty="0">
                <a:solidFill>
                  <a:schemeClr val="bg1">
                    <a:lumMod val="50000"/>
                  </a:schemeClr>
                </a:solidFill>
                <a:latin typeface="Trebuchet MS" panose="020B0703020202090204" pitchFamily="34" charset="0"/>
              </a:rPr>
              <a:t>A Custom designed suite of day to day reports and monitoring platform  </a:t>
            </a:r>
          </a:p>
        </p:txBody>
      </p:sp>
      <p:cxnSp>
        <p:nvCxnSpPr>
          <p:cNvPr id="3085" name="Straight Arrow Connector 3084">
            <a:extLst>
              <a:ext uri="{FF2B5EF4-FFF2-40B4-BE49-F238E27FC236}">
                <a16:creationId xmlns:a16="http://schemas.microsoft.com/office/drawing/2014/main" id="{9D7BA86D-49D2-E3CA-280D-1F198F83657F}"/>
              </a:ext>
            </a:extLst>
          </p:cNvPr>
          <p:cNvCxnSpPr>
            <a:cxnSpLocks/>
            <a:endCxn id="39" idx="1"/>
          </p:cNvCxnSpPr>
          <p:nvPr/>
        </p:nvCxnSpPr>
        <p:spPr>
          <a:xfrm>
            <a:off x="7731967" y="2502308"/>
            <a:ext cx="89922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90" name="Straight Arrow Connector 3089">
            <a:extLst>
              <a:ext uri="{FF2B5EF4-FFF2-40B4-BE49-F238E27FC236}">
                <a16:creationId xmlns:a16="http://schemas.microsoft.com/office/drawing/2014/main" id="{4C7C2C64-3905-89E8-2366-2284C36A093C}"/>
              </a:ext>
            </a:extLst>
          </p:cNvPr>
          <p:cNvCxnSpPr>
            <a:cxnSpLocks/>
            <a:endCxn id="40" idx="1"/>
          </p:cNvCxnSpPr>
          <p:nvPr/>
        </p:nvCxnSpPr>
        <p:spPr>
          <a:xfrm>
            <a:off x="7683024" y="5280021"/>
            <a:ext cx="94817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6148" name="Picture 4" descr="React logo landscape transparent PNG - StickPNG">
            <a:extLst>
              <a:ext uri="{FF2B5EF4-FFF2-40B4-BE49-F238E27FC236}">
                <a16:creationId xmlns:a16="http://schemas.microsoft.com/office/drawing/2014/main" id="{38AEE251-F3AF-57D5-8037-99A3D59D7641}"/>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98790" y="2133956"/>
            <a:ext cx="734626" cy="411391"/>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Python Logo, symbol, meaning, history, PNG, brand">
            <a:extLst>
              <a:ext uri="{FF2B5EF4-FFF2-40B4-BE49-F238E27FC236}">
                <a16:creationId xmlns:a16="http://schemas.microsoft.com/office/drawing/2014/main" id="{EEDE355C-41FA-585F-B1D6-D0B2620A8178}"/>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684466" y="2004011"/>
            <a:ext cx="732866" cy="41223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React logo landscape transparent PNG - StickPNG">
            <a:extLst>
              <a:ext uri="{FF2B5EF4-FFF2-40B4-BE49-F238E27FC236}">
                <a16:creationId xmlns:a16="http://schemas.microsoft.com/office/drawing/2014/main" id="{FF67FE0D-1341-3C09-F1D7-FCCCEA817C42}"/>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684415" y="3479704"/>
            <a:ext cx="734626" cy="4113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Python Logo, symbol, meaning, history, PNG, brand">
            <a:extLst>
              <a:ext uri="{FF2B5EF4-FFF2-40B4-BE49-F238E27FC236}">
                <a16:creationId xmlns:a16="http://schemas.microsoft.com/office/drawing/2014/main" id="{CA5A7899-2552-63D4-993E-A3A7DEF3F84B}"/>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644561" y="3482952"/>
            <a:ext cx="732866" cy="41223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React logo landscape transparent PNG - StickPNG">
            <a:extLst>
              <a:ext uri="{FF2B5EF4-FFF2-40B4-BE49-F238E27FC236}">
                <a16:creationId xmlns:a16="http://schemas.microsoft.com/office/drawing/2014/main" id="{13D1A0C8-4431-C5FB-B81C-9D681DBBB268}"/>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740784" y="2018071"/>
            <a:ext cx="734626" cy="4113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React logo landscape transparent PNG - StickPNG">
            <a:extLst>
              <a:ext uri="{FF2B5EF4-FFF2-40B4-BE49-F238E27FC236}">
                <a16:creationId xmlns:a16="http://schemas.microsoft.com/office/drawing/2014/main" id="{3C59B51F-C654-66F7-7C23-C54A69DC8735}"/>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760135" y="4702153"/>
            <a:ext cx="734626" cy="41139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Python Logo, symbol, meaning, history, PNG, brand">
            <a:extLst>
              <a:ext uri="{FF2B5EF4-FFF2-40B4-BE49-F238E27FC236}">
                <a16:creationId xmlns:a16="http://schemas.microsoft.com/office/drawing/2014/main" id="{805C9829-DED1-0576-0DA0-B95333181F71}"/>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400931" y="4701307"/>
            <a:ext cx="732866" cy="412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60619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DF043A-2DC9-C87B-5955-2FE41C0861FE}"/>
            </a:ext>
          </a:extLst>
        </p:cNvPr>
        <p:cNvGrpSpPr/>
        <p:nvPr/>
      </p:nvGrpSpPr>
      <p:grpSpPr>
        <a:xfrm>
          <a:off x="0" y="0"/>
          <a:ext cx="0" cy="0"/>
          <a:chOff x="0" y="0"/>
          <a:chExt cx="0" cy="0"/>
        </a:xfrm>
      </p:grpSpPr>
      <p:pic>
        <p:nvPicPr>
          <p:cNvPr id="3076" name="Picture 4" descr="270+ Hmi Stock Illustrations, Royalty-Free Vector Graphics &amp; Clip Art -  iStock | Hmi icon, Car hmi">
            <a:extLst>
              <a:ext uri="{FF2B5EF4-FFF2-40B4-BE49-F238E27FC236}">
                <a16:creationId xmlns:a16="http://schemas.microsoft.com/office/drawing/2014/main" id="{A8581B9F-054F-0DC7-A64D-4189B023246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303" y="1678991"/>
            <a:ext cx="1434407" cy="143440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0575C521-2E2D-B31E-36D9-94572907EE4B}"/>
              </a:ext>
            </a:extLst>
          </p:cNvPr>
          <p:cNvSpPr>
            <a:spLocks noGrp="1"/>
          </p:cNvSpPr>
          <p:nvPr>
            <p:ph type="title"/>
          </p:nvPr>
        </p:nvSpPr>
        <p:spPr>
          <a:xfrm>
            <a:off x="844000" y="299016"/>
            <a:ext cx="10504000" cy="848979"/>
          </a:xfrm>
        </p:spPr>
        <p:txBody>
          <a:bodyPr/>
          <a:lstStyle/>
          <a:p>
            <a:r>
              <a:rPr lang="en-US" dirty="0">
                <a:solidFill>
                  <a:srgbClr val="0D4D3C"/>
                </a:solidFill>
                <a:latin typeface="Trebuchet MS" panose="020B0703020202090204" pitchFamily="34" charset="0"/>
              </a:rPr>
              <a:t>Architecture</a:t>
            </a:r>
          </a:p>
        </p:txBody>
      </p:sp>
      <p:sp>
        <p:nvSpPr>
          <p:cNvPr id="10" name="Rounded Rectangle 9">
            <a:extLst>
              <a:ext uri="{FF2B5EF4-FFF2-40B4-BE49-F238E27FC236}">
                <a16:creationId xmlns:a16="http://schemas.microsoft.com/office/drawing/2014/main" id="{55498819-C332-FD60-0D1F-AB7C8516025E}"/>
              </a:ext>
            </a:extLst>
          </p:cNvPr>
          <p:cNvSpPr/>
          <p:nvPr/>
        </p:nvSpPr>
        <p:spPr>
          <a:xfrm>
            <a:off x="844000" y="4016366"/>
            <a:ext cx="2624413" cy="2527738"/>
          </a:xfrm>
          <a:prstGeom prst="roundRect">
            <a:avLst>
              <a:gd name="adj" fmla="val 4609"/>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dirty="0">
              <a:latin typeface="Trebuchet MS" panose="020B0703020202090204" pitchFamily="34" charset="0"/>
            </a:endParaRPr>
          </a:p>
        </p:txBody>
      </p:sp>
      <p:pic>
        <p:nvPicPr>
          <p:cNvPr id="11" name="Picture 2" descr="11,600+ Robot Arm Icon Stock Illustrations, Royalty-Free Vector Graphics &amp;  Clip Art - iStock">
            <a:extLst>
              <a:ext uri="{FF2B5EF4-FFF2-40B4-BE49-F238E27FC236}">
                <a16:creationId xmlns:a16="http://schemas.microsoft.com/office/drawing/2014/main" id="{5ACF7CB9-4E96-D1BB-551B-637628A9411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5496" y="4702153"/>
            <a:ext cx="705573" cy="70557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9D0979C6-32AA-A196-F08D-5363DA4F6FF6}"/>
              </a:ext>
            </a:extLst>
          </p:cNvPr>
          <p:cNvSpPr txBox="1"/>
          <p:nvPr/>
        </p:nvSpPr>
        <p:spPr>
          <a:xfrm>
            <a:off x="843992" y="4018498"/>
            <a:ext cx="2781531" cy="369332"/>
          </a:xfrm>
          <a:prstGeom prst="rect">
            <a:avLst/>
          </a:prstGeom>
          <a:noFill/>
        </p:spPr>
        <p:txBody>
          <a:bodyPr wrap="none" rtlCol="0">
            <a:spAutoFit/>
          </a:bodyPr>
          <a:lstStyle/>
          <a:p>
            <a:r>
              <a:rPr lang="en-US" dirty="0">
                <a:latin typeface="Trebuchet MS" panose="020B0703020202090204" pitchFamily="34" charset="0"/>
              </a:rPr>
              <a:t>Machine Data Collection</a:t>
            </a:r>
          </a:p>
        </p:txBody>
      </p:sp>
      <p:pic>
        <p:nvPicPr>
          <p:cNvPr id="3074" name="Picture 2" descr="Pcb Icon PNG Images, Vectors Free Download - Pngtree">
            <a:extLst>
              <a:ext uri="{FF2B5EF4-FFF2-40B4-BE49-F238E27FC236}">
                <a16:creationId xmlns:a16="http://schemas.microsoft.com/office/drawing/2014/main" id="{098B93F2-EEB0-4AD3-1D93-C1D8300C51F3}"/>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97306" y="4768000"/>
            <a:ext cx="573877" cy="573877"/>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3E5275DC-927F-A91A-D92B-606A7ECF1CF1}"/>
              </a:ext>
            </a:extLst>
          </p:cNvPr>
          <p:cNvSpPr txBox="1"/>
          <p:nvPr/>
        </p:nvSpPr>
        <p:spPr>
          <a:xfrm>
            <a:off x="915382" y="5528441"/>
            <a:ext cx="2481641" cy="938719"/>
          </a:xfrm>
          <a:prstGeom prst="rect">
            <a:avLst/>
          </a:prstGeom>
          <a:noFill/>
        </p:spPr>
        <p:txBody>
          <a:bodyPr wrap="square" rtlCol="0">
            <a:spAutoFit/>
          </a:bodyPr>
          <a:lstStyle/>
          <a:p>
            <a:pPr marL="171450" indent="-171450">
              <a:buFont typeface="Arial" panose="020B0604020202020204" pitchFamily="34" charset="0"/>
              <a:buChar char="•"/>
            </a:pPr>
            <a:r>
              <a:rPr lang="en-IN" sz="1100" dirty="0">
                <a:solidFill>
                  <a:schemeClr val="bg1">
                    <a:lumMod val="50000"/>
                  </a:schemeClr>
                </a:solidFill>
                <a:latin typeface="Trebuchet MS" panose="020B0703020202090204" pitchFamily="34" charset="0"/>
              </a:rPr>
              <a:t>Collect real-time data from the machine.</a:t>
            </a:r>
          </a:p>
          <a:p>
            <a:pPr marL="171450" indent="-171450">
              <a:buFont typeface="Arial" panose="020B0604020202020204" pitchFamily="34" charset="0"/>
              <a:buChar char="•"/>
            </a:pPr>
            <a:r>
              <a:rPr lang="en-IN" sz="1100" dirty="0">
                <a:solidFill>
                  <a:schemeClr val="bg1">
                    <a:lumMod val="50000"/>
                  </a:schemeClr>
                </a:solidFill>
                <a:latin typeface="Trebuchet MS" panose="020B0703020202090204" pitchFamily="34" charset="0"/>
              </a:rPr>
              <a:t>Execute operational commands from HMI on the machine (e.g., turning on Setup mode in a CNC).</a:t>
            </a:r>
          </a:p>
        </p:txBody>
      </p:sp>
      <p:cxnSp>
        <p:nvCxnSpPr>
          <p:cNvPr id="18" name="Straight Arrow Connector 17">
            <a:extLst>
              <a:ext uri="{FF2B5EF4-FFF2-40B4-BE49-F238E27FC236}">
                <a16:creationId xmlns:a16="http://schemas.microsoft.com/office/drawing/2014/main" id="{50DDA044-3359-75AA-31DE-28E3C9DE397A}"/>
              </a:ext>
            </a:extLst>
          </p:cNvPr>
          <p:cNvCxnSpPr>
            <a:cxnSpLocks/>
          </p:cNvCxnSpPr>
          <p:nvPr/>
        </p:nvCxnSpPr>
        <p:spPr>
          <a:xfrm>
            <a:off x="1791069" y="5054938"/>
            <a:ext cx="5842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ounded Rectangle 19">
            <a:extLst>
              <a:ext uri="{FF2B5EF4-FFF2-40B4-BE49-F238E27FC236}">
                <a16:creationId xmlns:a16="http://schemas.microsoft.com/office/drawing/2014/main" id="{62E15AD3-4757-5C12-BCCB-A0A716617003}"/>
              </a:ext>
            </a:extLst>
          </p:cNvPr>
          <p:cNvSpPr>
            <a:spLocks/>
          </p:cNvSpPr>
          <p:nvPr/>
        </p:nvSpPr>
        <p:spPr>
          <a:xfrm>
            <a:off x="844000" y="1229313"/>
            <a:ext cx="2624413" cy="2527738"/>
          </a:xfrm>
          <a:prstGeom prst="roundRect">
            <a:avLst>
              <a:gd name="adj" fmla="val 4944"/>
            </a:avLst>
          </a:prstGeom>
          <a:noFill/>
          <a:ln w="12700"/>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Trebuchet MS" panose="020B0703020202090204" pitchFamily="34" charset="0"/>
            </a:endParaRPr>
          </a:p>
        </p:txBody>
      </p:sp>
      <p:sp>
        <p:nvSpPr>
          <p:cNvPr id="22" name="TextBox 21">
            <a:extLst>
              <a:ext uri="{FF2B5EF4-FFF2-40B4-BE49-F238E27FC236}">
                <a16:creationId xmlns:a16="http://schemas.microsoft.com/office/drawing/2014/main" id="{D930A61C-2185-1A0B-0499-58C39102AB82}"/>
              </a:ext>
            </a:extLst>
          </p:cNvPr>
          <p:cNvSpPr txBox="1"/>
          <p:nvPr/>
        </p:nvSpPr>
        <p:spPr>
          <a:xfrm>
            <a:off x="843992" y="1276362"/>
            <a:ext cx="2553031" cy="646331"/>
          </a:xfrm>
          <a:prstGeom prst="rect">
            <a:avLst/>
          </a:prstGeom>
          <a:noFill/>
        </p:spPr>
        <p:txBody>
          <a:bodyPr wrap="square" rtlCol="0">
            <a:spAutoFit/>
          </a:bodyPr>
          <a:lstStyle/>
          <a:p>
            <a:pPr algn="ctr"/>
            <a:r>
              <a:rPr lang="en-US" dirty="0">
                <a:latin typeface="Trebuchet MS" panose="020B0703020202090204" pitchFamily="34" charset="0"/>
              </a:rPr>
              <a:t>HMI (Human Machine interface)</a:t>
            </a:r>
          </a:p>
        </p:txBody>
      </p:sp>
      <p:sp>
        <p:nvSpPr>
          <p:cNvPr id="27" name="TextBox 26">
            <a:extLst>
              <a:ext uri="{FF2B5EF4-FFF2-40B4-BE49-F238E27FC236}">
                <a16:creationId xmlns:a16="http://schemas.microsoft.com/office/drawing/2014/main" id="{443869C1-B6D5-9F24-0592-F25CFC7CBB4F}"/>
              </a:ext>
            </a:extLst>
          </p:cNvPr>
          <p:cNvSpPr txBox="1"/>
          <p:nvPr/>
        </p:nvSpPr>
        <p:spPr>
          <a:xfrm>
            <a:off x="911299" y="2899768"/>
            <a:ext cx="2485724"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solidFill>
                  <a:schemeClr val="bg1">
                    <a:lumMod val="50000"/>
                  </a:schemeClr>
                </a:solidFill>
                <a:latin typeface="Trebuchet MS" panose="020B0703020202090204" pitchFamily="34" charset="0"/>
              </a:rPr>
              <a:t>A Custom designed unified HMI application to control and monitor operations of the cell</a:t>
            </a:r>
          </a:p>
        </p:txBody>
      </p:sp>
      <p:sp>
        <p:nvSpPr>
          <p:cNvPr id="28" name="Rounded Rectangle 27">
            <a:extLst>
              <a:ext uri="{FF2B5EF4-FFF2-40B4-BE49-F238E27FC236}">
                <a16:creationId xmlns:a16="http://schemas.microsoft.com/office/drawing/2014/main" id="{F5231722-3E8E-1651-E4D4-F6321E3E6570}"/>
              </a:ext>
            </a:extLst>
          </p:cNvPr>
          <p:cNvSpPr/>
          <p:nvPr/>
        </p:nvSpPr>
        <p:spPr>
          <a:xfrm>
            <a:off x="4378557" y="1232255"/>
            <a:ext cx="3342494" cy="5314791"/>
          </a:xfrm>
          <a:prstGeom prst="roundRect">
            <a:avLst>
              <a:gd name="adj" fmla="val 4567"/>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Trebuchet MS" panose="020B0703020202090204" pitchFamily="34" charset="0"/>
            </a:endParaRPr>
          </a:p>
        </p:txBody>
      </p:sp>
      <p:sp>
        <p:nvSpPr>
          <p:cNvPr id="29" name="TextBox 28">
            <a:extLst>
              <a:ext uri="{FF2B5EF4-FFF2-40B4-BE49-F238E27FC236}">
                <a16:creationId xmlns:a16="http://schemas.microsoft.com/office/drawing/2014/main" id="{8F226C74-401E-3A8C-4A9C-F7073D050F71}"/>
              </a:ext>
            </a:extLst>
          </p:cNvPr>
          <p:cNvSpPr txBox="1"/>
          <p:nvPr/>
        </p:nvSpPr>
        <p:spPr>
          <a:xfrm>
            <a:off x="4342867" y="1279305"/>
            <a:ext cx="3342494" cy="369332"/>
          </a:xfrm>
          <a:prstGeom prst="rect">
            <a:avLst/>
          </a:prstGeom>
          <a:noFill/>
        </p:spPr>
        <p:txBody>
          <a:bodyPr wrap="square" rtlCol="0">
            <a:spAutoFit/>
          </a:bodyPr>
          <a:lstStyle/>
          <a:p>
            <a:pPr algn="ctr"/>
            <a:r>
              <a:rPr lang="en-US" dirty="0">
                <a:latin typeface="Trebuchet MS" panose="020B0703020202090204" pitchFamily="34" charset="0"/>
              </a:rPr>
              <a:t>Server</a:t>
            </a:r>
          </a:p>
        </p:txBody>
      </p:sp>
      <p:pic>
        <p:nvPicPr>
          <p:cNvPr id="31" name="Picture 4" descr="Server - Free technology icons">
            <a:extLst>
              <a:ext uri="{FF2B5EF4-FFF2-40B4-BE49-F238E27FC236}">
                <a16:creationId xmlns:a16="http://schemas.microsoft.com/office/drawing/2014/main" id="{D1593B68-903B-2F29-639D-DAE9DEE6579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04077" y="3163685"/>
            <a:ext cx="820074" cy="820074"/>
          </a:xfrm>
          <a:prstGeom prst="rect">
            <a:avLst/>
          </a:prstGeom>
          <a:noFill/>
          <a:extLst>
            <a:ext uri="{909E8E84-426E-40DD-AFC4-6F175D3DCCD1}">
              <a14:hiddenFill xmlns:a14="http://schemas.microsoft.com/office/drawing/2010/main">
                <a:solidFill>
                  <a:srgbClr val="FFFFFF"/>
                </a:solidFill>
              </a14:hiddenFill>
            </a:ext>
          </a:extLst>
        </p:spPr>
      </p:pic>
      <p:pic>
        <p:nvPicPr>
          <p:cNvPr id="33" name="Graphic 32">
            <a:extLst>
              <a:ext uri="{FF2B5EF4-FFF2-40B4-BE49-F238E27FC236}">
                <a16:creationId xmlns:a16="http://schemas.microsoft.com/office/drawing/2014/main" id="{AECCAAC3-2DBB-281F-DE4F-44095056F1A2}"/>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24361" y="2046536"/>
            <a:ext cx="579506" cy="820074"/>
          </a:xfrm>
          <a:prstGeom prst="rect">
            <a:avLst/>
          </a:prstGeom>
        </p:spPr>
      </p:pic>
      <p:sp>
        <p:nvSpPr>
          <p:cNvPr id="35" name="TextBox 34">
            <a:extLst>
              <a:ext uri="{FF2B5EF4-FFF2-40B4-BE49-F238E27FC236}">
                <a16:creationId xmlns:a16="http://schemas.microsoft.com/office/drawing/2014/main" id="{F56E746B-26C9-F55C-DB72-A0B7EF4CFB91}"/>
              </a:ext>
            </a:extLst>
          </p:cNvPr>
          <p:cNvSpPr txBox="1"/>
          <p:nvPr/>
        </p:nvSpPr>
        <p:spPr>
          <a:xfrm>
            <a:off x="4551422" y="4767461"/>
            <a:ext cx="3062996" cy="1277273"/>
          </a:xfrm>
          <a:prstGeom prst="rect">
            <a:avLst/>
          </a:prstGeom>
          <a:noFill/>
        </p:spPr>
        <p:txBody>
          <a:bodyPr wrap="square" rtlCol="0">
            <a:spAutoFit/>
          </a:bodyPr>
          <a:lstStyle/>
          <a:p>
            <a:pPr marL="171450" indent="-171450">
              <a:buFont typeface="Arial" panose="020B0604020202020204" pitchFamily="34" charset="0"/>
              <a:buChar char="•"/>
            </a:pPr>
            <a:r>
              <a:rPr lang="en-IN" sz="1100" dirty="0">
                <a:solidFill>
                  <a:schemeClr val="bg1">
                    <a:lumMod val="50000"/>
                  </a:schemeClr>
                </a:solidFill>
                <a:latin typeface="Trebuchet MS" panose="020B0703020202090204" pitchFamily="34" charset="0"/>
              </a:rPr>
              <a:t>Collect and process real-time data from the Machine PCB using custom designed scalable </a:t>
            </a:r>
            <a:r>
              <a:rPr lang="en-IN" sz="1100" dirty="0">
                <a:latin typeface="Trebuchet MS" panose="020B0703020202090204" pitchFamily="34" charset="0"/>
              </a:rPr>
              <a:t>Master App.</a:t>
            </a:r>
          </a:p>
          <a:p>
            <a:pPr marL="171450" indent="-171450">
              <a:buFont typeface="Arial" panose="020B0604020202020204" pitchFamily="34" charset="0"/>
              <a:buChar char="•"/>
            </a:pPr>
            <a:r>
              <a:rPr lang="en-IN" sz="1100" dirty="0">
                <a:solidFill>
                  <a:schemeClr val="bg1">
                    <a:lumMod val="50000"/>
                  </a:schemeClr>
                </a:solidFill>
                <a:latin typeface="Trebuchet MS" panose="020B0703020202090204" pitchFamily="34" charset="0"/>
              </a:rPr>
              <a:t>Store and manage data using PostgreSQL for scalability and consistency.</a:t>
            </a:r>
          </a:p>
          <a:p>
            <a:pPr marL="171450" indent="-171450">
              <a:buFont typeface="Arial" panose="020B0604020202020204" pitchFamily="34" charset="0"/>
              <a:buChar char="•"/>
            </a:pPr>
            <a:r>
              <a:rPr lang="en-IN" sz="1100" dirty="0">
                <a:latin typeface="Trebuchet MS" panose="020B0703020202090204" pitchFamily="34" charset="0"/>
              </a:rPr>
              <a:t>Master App </a:t>
            </a:r>
            <a:r>
              <a:rPr lang="en-IN" sz="1100" dirty="0">
                <a:solidFill>
                  <a:schemeClr val="bg1">
                    <a:lumMod val="50000"/>
                  </a:schemeClr>
                </a:solidFill>
                <a:latin typeface="Trebuchet MS" panose="020B0703020202090204" pitchFamily="34" charset="0"/>
              </a:rPr>
              <a:t>acts as a control hub between the HMI and Machine PCB.</a:t>
            </a:r>
          </a:p>
        </p:txBody>
      </p:sp>
      <p:sp>
        <p:nvSpPr>
          <p:cNvPr id="39" name="Rounded Rectangle 38">
            <a:extLst>
              <a:ext uri="{FF2B5EF4-FFF2-40B4-BE49-F238E27FC236}">
                <a16:creationId xmlns:a16="http://schemas.microsoft.com/office/drawing/2014/main" id="{F3D3EF6D-3BF0-BA59-B33F-C187A7D74E4A}"/>
              </a:ext>
            </a:extLst>
          </p:cNvPr>
          <p:cNvSpPr/>
          <p:nvPr/>
        </p:nvSpPr>
        <p:spPr>
          <a:xfrm>
            <a:off x="8631195" y="1228236"/>
            <a:ext cx="2624413" cy="2548143"/>
          </a:xfrm>
          <a:prstGeom prst="roundRect">
            <a:avLst>
              <a:gd name="adj" fmla="val 4274"/>
            </a:avLst>
          </a:prstGeom>
          <a:noFill/>
          <a:ln w="63500"/>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Trebuchet MS" panose="020B0703020202090204" pitchFamily="34" charset="0"/>
            </a:endParaRPr>
          </a:p>
        </p:txBody>
      </p:sp>
      <p:sp>
        <p:nvSpPr>
          <p:cNvPr id="40" name="Rounded Rectangle 39">
            <a:extLst>
              <a:ext uri="{FF2B5EF4-FFF2-40B4-BE49-F238E27FC236}">
                <a16:creationId xmlns:a16="http://schemas.microsoft.com/office/drawing/2014/main" id="{D85F5D33-3F9D-0D91-0529-6922DD4B0BDD}"/>
              </a:ext>
            </a:extLst>
          </p:cNvPr>
          <p:cNvSpPr/>
          <p:nvPr/>
        </p:nvSpPr>
        <p:spPr>
          <a:xfrm>
            <a:off x="8631195" y="4016152"/>
            <a:ext cx="2624413" cy="2527738"/>
          </a:xfrm>
          <a:prstGeom prst="roundRect">
            <a:avLst>
              <a:gd name="adj" fmla="val 5279"/>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Trebuchet MS" panose="020B0703020202090204" pitchFamily="34" charset="0"/>
            </a:endParaRPr>
          </a:p>
        </p:txBody>
      </p:sp>
      <p:sp>
        <p:nvSpPr>
          <p:cNvPr id="43" name="TextBox 42">
            <a:extLst>
              <a:ext uri="{FF2B5EF4-FFF2-40B4-BE49-F238E27FC236}">
                <a16:creationId xmlns:a16="http://schemas.microsoft.com/office/drawing/2014/main" id="{8407D94C-DA49-FE6F-2D9C-CB74A9B21C92}"/>
              </a:ext>
            </a:extLst>
          </p:cNvPr>
          <p:cNvSpPr txBox="1"/>
          <p:nvPr/>
        </p:nvSpPr>
        <p:spPr>
          <a:xfrm>
            <a:off x="8666885" y="1295691"/>
            <a:ext cx="2553031" cy="369332"/>
          </a:xfrm>
          <a:prstGeom prst="rect">
            <a:avLst/>
          </a:prstGeom>
          <a:noFill/>
        </p:spPr>
        <p:txBody>
          <a:bodyPr wrap="square" rtlCol="0">
            <a:spAutoFit/>
          </a:bodyPr>
          <a:lstStyle/>
          <a:p>
            <a:pPr algn="ctr"/>
            <a:r>
              <a:rPr lang="en-US" dirty="0">
                <a:latin typeface="Trebuchet MS" panose="020B0703020202090204" pitchFamily="34" charset="0"/>
              </a:rPr>
              <a:t>Dashboard</a:t>
            </a:r>
          </a:p>
        </p:txBody>
      </p:sp>
      <p:sp>
        <p:nvSpPr>
          <p:cNvPr id="44" name="TextBox 43">
            <a:extLst>
              <a:ext uri="{FF2B5EF4-FFF2-40B4-BE49-F238E27FC236}">
                <a16:creationId xmlns:a16="http://schemas.microsoft.com/office/drawing/2014/main" id="{32BF3E79-2CF7-BB9C-A9E1-BFC5D89970F1}"/>
              </a:ext>
            </a:extLst>
          </p:cNvPr>
          <p:cNvSpPr txBox="1"/>
          <p:nvPr/>
        </p:nvSpPr>
        <p:spPr>
          <a:xfrm>
            <a:off x="8666885" y="4096393"/>
            <a:ext cx="2553031" cy="646331"/>
          </a:xfrm>
          <a:prstGeom prst="rect">
            <a:avLst/>
          </a:prstGeom>
          <a:noFill/>
        </p:spPr>
        <p:txBody>
          <a:bodyPr wrap="square" rtlCol="0">
            <a:spAutoFit/>
          </a:bodyPr>
          <a:lstStyle/>
          <a:p>
            <a:pPr algn="ctr"/>
            <a:r>
              <a:rPr lang="en-US" dirty="0">
                <a:latin typeface="Trebuchet MS" panose="020B0703020202090204" pitchFamily="34" charset="0"/>
              </a:rPr>
              <a:t>Operational Report Suite</a:t>
            </a:r>
          </a:p>
        </p:txBody>
      </p:sp>
      <p:pic>
        <p:nvPicPr>
          <p:cNvPr id="45" name="Picture 44">
            <a:extLst>
              <a:ext uri="{FF2B5EF4-FFF2-40B4-BE49-F238E27FC236}">
                <a16:creationId xmlns:a16="http://schemas.microsoft.com/office/drawing/2014/main" id="{DB128481-6078-0B2C-42B8-94D3E3BFB164}"/>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563169" y="1918489"/>
            <a:ext cx="760462" cy="693985"/>
          </a:xfrm>
          <a:prstGeom prst="rect">
            <a:avLst/>
          </a:prstGeom>
        </p:spPr>
      </p:pic>
      <p:cxnSp>
        <p:nvCxnSpPr>
          <p:cNvPr id="49" name="Straight Arrow Connector 48">
            <a:extLst>
              <a:ext uri="{FF2B5EF4-FFF2-40B4-BE49-F238E27FC236}">
                <a16:creationId xmlns:a16="http://schemas.microsoft.com/office/drawing/2014/main" id="{DA09D02D-73DA-4181-5FD3-D0D28D8CB92A}"/>
              </a:ext>
            </a:extLst>
          </p:cNvPr>
          <p:cNvCxnSpPr>
            <a:cxnSpLocks/>
            <a:stCxn id="10" idx="3"/>
          </p:cNvCxnSpPr>
          <p:nvPr/>
        </p:nvCxnSpPr>
        <p:spPr>
          <a:xfrm flipV="1">
            <a:off x="3468413" y="5280021"/>
            <a:ext cx="910144" cy="21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5B5A1AC6-3DB1-B75B-F7AA-99A76A0C5005}"/>
              </a:ext>
            </a:extLst>
          </p:cNvPr>
          <p:cNvCxnSpPr>
            <a:cxnSpLocks/>
            <a:stCxn id="20" idx="3"/>
          </p:cNvCxnSpPr>
          <p:nvPr/>
        </p:nvCxnSpPr>
        <p:spPr>
          <a:xfrm>
            <a:off x="3468413" y="2493182"/>
            <a:ext cx="91014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0ABA7092-89DA-ECCF-DF59-B62642F6EE4F}"/>
              </a:ext>
            </a:extLst>
          </p:cNvPr>
          <p:cNvCxnSpPr>
            <a:cxnSpLocks/>
          </p:cNvCxnSpPr>
          <p:nvPr/>
        </p:nvCxnSpPr>
        <p:spPr>
          <a:xfrm>
            <a:off x="6014114" y="2774820"/>
            <a:ext cx="0" cy="3979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075" name="TextBox 3074">
            <a:extLst>
              <a:ext uri="{FF2B5EF4-FFF2-40B4-BE49-F238E27FC236}">
                <a16:creationId xmlns:a16="http://schemas.microsoft.com/office/drawing/2014/main" id="{71223FB6-2CA6-28E4-C722-6EC04B8E2618}"/>
              </a:ext>
            </a:extLst>
          </p:cNvPr>
          <p:cNvSpPr txBox="1"/>
          <p:nvPr/>
        </p:nvSpPr>
        <p:spPr>
          <a:xfrm>
            <a:off x="5570723" y="3940240"/>
            <a:ext cx="922047" cy="261610"/>
          </a:xfrm>
          <a:prstGeom prst="rect">
            <a:avLst/>
          </a:prstGeom>
          <a:noFill/>
        </p:spPr>
        <p:txBody>
          <a:bodyPr wrap="none" rtlCol="0">
            <a:spAutoFit/>
          </a:bodyPr>
          <a:lstStyle/>
          <a:p>
            <a:r>
              <a:rPr lang="en-US" sz="1100" dirty="0">
                <a:latin typeface="Trebuchet MS" panose="020B0703020202090204" pitchFamily="34" charset="0"/>
              </a:rPr>
              <a:t>Master App</a:t>
            </a:r>
          </a:p>
        </p:txBody>
      </p:sp>
      <p:sp>
        <p:nvSpPr>
          <p:cNvPr id="3077" name="TextBox 3076">
            <a:extLst>
              <a:ext uri="{FF2B5EF4-FFF2-40B4-BE49-F238E27FC236}">
                <a16:creationId xmlns:a16="http://schemas.microsoft.com/office/drawing/2014/main" id="{D2AE7227-26C1-B206-EDC0-61B3A78BFE50}"/>
              </a:ext>
            </a:extLst>
          </p:cNvPr>
          <p:cNvSpPr txBox="1"/>
          <p:nvPr/>
        </p:nvSpPr>
        <p:spPr>
          <a:xfrm>
            <a:off x="6232867" y="2320891"/>
            <a:ext cx="782587" cy="261610"/>
          </a:xfrm>
          <a:prstGeom prst="rect">
            <a:avLst/>
          </a:prstGeom>
          <a:noFill/>
        </p:spPr>
        <p:txBody>
          <a:bodyPr wrap="none" rtlCol="0">
            <a:spAutoFit/>
          </a:bodyPr>
          <a:lstStyle/>
          <a:p>
            <a:r>
              <a:rPr lang="en-US" sz="1100" dirty="0">
                <a:latin typeface="Trebuchet MS" panose="020B0703020202090204" pitchFamily="34" charset="0"/>
              </a:rPr>
              <a:t>Database</a:t>
            </a:r>
          </a:p>
        </p:txBody>
      </p:sp>
      <p:sp>
        <p:nvSpPr>
          <p:cNvPr id="3078" name="TextBox 3077">
            <a:extLst>
              <a:ext uri="{FF2B5EF4-FFF2-40B4-BE49-F238E27FC236}">
                <a16:creationId xmlns:a16="http://schemas.microsoft.com/office/drawing/2014/main" id="{9BB04BFA-D13F-5475-B4FD-5092A3C99BF5}"/>
              </a:ext>
            </a:extLst>
          </p:cNvPr>
          <p:cNvSpPr txBox="1"/>
          <p:nvPr/>
        </p:nvSpPr>
        <p:spPr>
          <a:xfrm>
            <a:off x="8768392" y="2760716"/>
            <a:ext cx="2350016" cy="938719"/>
          </a:xfrm>
          <a:prstGeom prst="rect">
            <a:avLst/>
          </a:prstGeom>
          <a:noFill/>
        </p:spPr>
        <p:txBody>
          <a:bodyPr wrap="square" rtlCol="0">
            <a:spAutoFit/>
          </a:bodyPr>
          <a:lstStyle/>
          <a:p>
            <a:pPr marL="171450" indent="-171450">
              <a:buFont typeface="Arial" panose="020B0604020202020204" pitchFamily="34" charset="0"/>
              <a:buChar char="•"/>
            </a:pPr>
            <a:r>
              <a:rPr lang="en-US" sz="1100" dirty="0">
                <a:solidFill>
                  <a:schemeClr val="bg1">
                    <a:lumMod val="50000"/>
                  </a:schemeClr>
                </a:solidFill>
                <a:latin typeface="Trebuchet MS" panose="020B0703020202090204" pitchFamily="34" charset="0"/>
              </a:rPr>
              <a:t>A customized real time progress tracking dashboards built using opensource web frameworks for inter operability and scalability  </a:t>
            </a:r>
          </a:p>
        </p:txBody>
      </p:sp>
      <p:pic>
        <p:nvPicPr>
          <p:cNvPr id="3081" name="Picture 16" descr="Graph chart report icon Outline graph chart report vector icon for web  design isolated on white background | Premium Vector">
            <a:extLst>
              <a:ext uri="{FF2B5EF4-FFF2-40B4-BE49-F238E27FC236}">
                <a16:creationId xmlns:a16="http://schemas.microsoft.com/office/drawing/2014/main" id="{126D0F69-F422-23DD-5840-DFCB6ACA85CB}"/>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601945" y="4655126"/>
            <a:ext cx="682909" cy="682909"/>
          </a:xfrm>
          <a:prstGeom prst="rect">
            <a:avLst/>
          </a:prstGeom>
          <a:noFill/>
          <a:extLst>
            <a:ext uri="{909E8E84-426E-40DD-AFC4-6F175D3DCCD1}">
              <a14:hiddenFill xmlns:a14="http://schemas.microsoft.com/office/drawing/2010/main">
                <a:solidFill>
                  <a:srgbClr val="FFFFFF"/>
                </a:solidFill>
              </a14:hiddenFill>
            </a:ext>
          </a:extLst>
        </p:spPr>
      </p:pic>
      <p:sp>
        <p:nvSpPr>
          <p:cNvPr id="3082" name="TextBox 3081">
            <a:extLst>
              <a:ext uri="{FF2B5EF4-FFF2-40B4-BE49-F238E27FC236}">
                <a16:creationId xmlns:a16="http://schemas.microsoft.com/office/drawing/2014/main" id="{1F5A7328-755E-BDC5-6BD4-11B6DB6CA425}"/>
              </a:ext>
            </a:extLst>
          </p:cNvPr>
          <p:cNvSpPr txBox="1"/>
          <p:nvPr/>
        </p:nvSpPr>
        <p:spPr>
          <a:xfrm>
            <a:off x="8702577" y="5527436"/>
            <a:ext cx="2553031" cy="430887"/>
          </a:xfrm>
          <a:prstGeom prst="rect">
            <a:avLst/>
          </a:prstGeom>
          <a:noFill/>
        </p:spPr>
        <p:txBody>
          <a:bodyPr wrap="square" rtlCol="0">
            <a:spAutoFit/>
          </a:bodyPr>
          <a:lstStyle/>
          <a:p>
            <a:r>
              <a:rPr lang="en-US" sz="1100" dirty="0">
                <a:solidFill>
                  <a:schemeClr val="bg1">
                    <a:lumMod val="50000"/>
                  </a:schemeClr>
                </a:solidFill>
                <a:latin typeface="Trebuchet MS" panose="020B0703020202090204" pitchFamily="34" charset="0"/>
              </a:rPr>
              <a:t>A Custom designed suite of day to day reports and monitoring platform  </a:t>
            </a:r>
          </a:p>
        </p:txBody>
      </p:sp>
      <p:cxnSp>
        <p:nvCxnSpPr>
          <p:cNvPr id="3085" name="Straight Arrow Connector 3084">
            <a:extLst>
              <a:ext uri="{FF2B5EF4-FFF2-40B4-BE49-F238E27FC236}">
                <a16:creationId xmlns:a16="http://schemas.microsoft.com/office/drawing/2014/main" id="{4C57B7B0-C3F8-6817-1E6E-35519C69EB69}"/>
              </a:ext>
            </a:extLst>
          </p:cNvPr>
          <p:cNvCxnSpPr>
            <a:cxnSpLocks/>
            <a:endCxn id="39" idx="1"/>
          </p:cNvCxnSpPr>
          <p:nvPr/>
        </p:nvCxnSpPr>
        <p:spPr>
          <a:xfrm>
            <a:off x="7731967" y="2502308"/>
            <a:ext cx="89922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90" name="Straight Arrow Connector 3089">
            <a:extLst>
              <a:ext uri="{FF2B5EF4-FFF2-40B4-BE49-F238E27FC236}">
                <a16:creationId xmlns:a16="http://schemas.microsoft.com/office/drawing/2014/main" id="{4F02445F-1328-711B-FC01-B4F02A726B49}"/>
              </a:ext>
            </a:extLst>
          </p:cNvPr>
          <p:cNvCxnSpPr>
            <a:cxnSpLocks/>
            <a:endCxn id="40" idx="1"/>
          </p:cNvCxnSpPr>
          <p:nvPr/>
        </p:nvCxnSpPr>
        <p:spPr>
          <a:xfrm>
            <a:off x="7683024" y="5280021"/>
            <a:ext cx="94817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6148" name="Picture 4" descr="React logo landscape transparent PNG - StickPNG">
            <a:extLst>
              <a:ext uri="{FF2B5EF4-FFF2-40B4-BE49-F238E27FC236}">
                <a16:creationId xmlns:a16="http://schemas.microsoft.com/office/drawing/2014/main" id="{2B484EE3-9FC3-145D-4F90-E01A7241CF50}"/>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98790" y="2133956"/>
            <a:ext cx="734626" cy="411391"/>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Python Logo, symbol, meaning, history, PNG, brand">
            <a:extLst>
              <a:ext uri="{FF2B5EF4-FFF2-40B4-BE49-F238E27FC236}">
                <a16:creationId xmlns:a16="http://schemas.microsoft.com/office/drawing/2014/main" id="{3716A3DB-EADE-6C38-8705-EC9B02A26EAD}"/>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684466" y="2004011"/>
            <a:ext cx="732866" cy="41223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React logo landscape transparent PNG - StickPNG">
            <a:extLst>
              <a:ext uri="{FF2B5EF4-FFF2-40B4-BE49-F238E27FC236}">
                <a16:creationId xmlns:a16="http://schemas.microsoft.com/office/drawing/2014/main" id="{7EB51845-6343-C24D-6104-A213979D7C5A}"/>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684415" y="3479704"/>
            <a:ext cx="734626" cy="4113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Python Logo, symbol, meaning, history, PNG, brand">
            <a:extLst>
              <a:ext uri="{FF2B5EF4-FFF2-40B4-BE49-F238E27FC236}">
                <a16:creationId xmlns:a16="http://schemas.microsoft.com/office/drawing/2014/main" id="{A62C1560-D720-A14D-7E69-43E0424D17BB}"/>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644561" y="3482952"/>
            <a:ext cx="732866" cy="41223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React logo landscape transparent PNG - StickPNG">
            <a:extLst>
              <a:ext uri="{FF2B5EF4-FFF2-40B4-BE49-F238E27FC236}">
                <a16:creationId xmlns:a16="http://schemas.microsoft.com/office/drawing/2014/main" id="{C148198E-606B-6FB8-917E-02DFC37E7081}"/>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740784" y="2018071"/>
            <a:ext cx="734626" cy="4113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React logo landscape transparent PNG - StickPNG">
            <a:extLst>
              <a:ext uri="{FF2B5EF4-FFF2-40B4-BE49-F238E27FC236}">
                <a16:creationId xmlns:a16="http://schemas.microsoft.com/office/drawing/2014/main" id="{6A3F20E2-90B1-E62E-6D7E-86EEEEE758A4}"/>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760135" y="4702153"/>
            <a:ext cx="734626" cy="41139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Python Logo, symbol, meaning, history, PNG, brand">
            <a:extLst>
              <a:ext uri="{FF2B5EF4-FFF2-40B4-BE49-F238E27FC236}">
                <a16:creationId xmlns:a16="http://schemas.microsoft.com/office/drawing/2014/main" id="{A3F2C9E6-3728-DFE0-AD42-6480849665C5}"/>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400931" y="4701307"/>
            <a:ext cx="732866" cy="412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2647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689F1-0CFC-1D59-5289-5480A08BF469}"/>
            </a:ext>
          </a:extLst>
        </p:cNvPr>
        <p:cNvGrpSpPr/>
        <p:nvPr/>
      </p:nvGrpSpPr>
      <p:grpSpPr>
        <a:xfrm>
          <a:off x="0" y="0"/>
          <a:ext cx="0" cy="0"/>
          <a:chOff x="0" y="0"/>
          <a:chExt cx="0" cy="0"/>
        </a:xfrm>
      </p:grpSpPr>
      <p:pic>
        <p:nvPicPr>
          <p:cNvPr id="3076" name="Picture 4" descr="270+ Hmi Stock Illustrations, Royalty-Free Vector Graphics &amp; Clip Art -  iStock | Hmi icon, Car hmi">
            <a:extLst>
              <a:ext uri="{FF2B5EF4-FFF2-40B4-BE49-F238E27FC236}">
                <a16:creationId xmlns:a16="http://schemas.microsoft.com/office/drawing/2014/main" id="{33576EE7-7D85-15F5-9182-9AF9A3289BA2}"/>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03303" y="1678991"/>
            <a:ext cx="1434407" cy="143440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2627C917-B1BF-7A24-9326-B5829B375D11}"/>
              </a:ext>
            </a:extLst>
          </p:cNvPr>
          <p:cNvSpPr>
            <a:spLocks noGrp="1"/>
          </p:cNvSpPr>
          <p:nvPr>
            <p:ph type="title"/>
          </p:nvPr>
        </p:nvSpPr>
        <p:spPr>
          <a:xfrm>
            <a:off x="844000" y="299016"/>
            <a:ext cx="10504000" cy="848979"/>
          </a:xfrm>
        </p:spPr>
        <p:txBody>
          <a:bodyPr/>
          <a:lstStyle/>
          <a:p>
            <a:r>
              <a:rPr lang="en-US" dirty="0">
                <a:solidFill>
                  <a:srgbClr val="0D4D3C"/>
                </a:solidFill>
                <a:latin typeface="Trebuchet MS" panose="020B0703020202090204" pitchFamily="34" charset="0"/>
              </a:rPr>
              <a:t>Architecture</a:t>
            </a:r>
          </a:p>
        </p:txBody>
      </p:sp>
      <p:sp>
        <p:nvSpPr>
          <p:cNvPr id="10" name="Rounded Rectangle 9">
            <a:extLst>
              <a:ext uri="{FF2B5EF4-FFF2-40B4-BE49-F238E27FC236}">
                <a16:creationId xmlns:a16="http://schemas.microsoft.com/office/drawing/2014/main" id="{9B94D8FF-1195-4F2B-5B2F-40F6F983040E}"/>
              </a:ext>
            </a:extLst>
          </p:cNvPr>
          <p:cNvSpPr/>
          <p:nvPr/>
        </p:nvSpPr>
        <p:spPr>
          <a:xfrm>
            <a:off x="844000" y="4016366"/>
            <a:ext cx="2624413" cy="2527738"/>
          </a:xfrm>
          <a:prstGeom prst="roundRect">
            <a:avLst>
              <a:gd name="adj" fmla="val 4609"/>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dirty="0">
              <a:latin typeface="Trebuchet MS" panose="020B0703020202090204" pitchFamily="34" charset="0"/>
            </a:endParaRPr>
          </a:p>
        </p:txBody>
      </p:sp>
      <p:pic>
        <p:nvPicPr>
          <p:cNvPr id="11" name="Picture 2" descr="11,600+ Robot Arm Icon Stock Illustrations, Royalty-Free Vector Graphics &amp;  Clip Art - iStock">
            <a:extLst>
              <a:ext uri="{FF2B5EF4-FFF2-40B4-BE49-F238E27FC236}">
                <a16:creationId xmlns:a16="http://schemas.microsoft.com/office/drawing/2014/main" id="{DE27E4A6-4C20-EA05-0EED-BCF43796B4D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085496" y="4702153"/>
            <a:ext cx="705573" cy="705573"/>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33786DFC-EE2C-21E6-A052-2FDE0190A755}"/>
              </a:ext>
            </a:extLst>
          </p:cNvPr>
          <p:cNvSpPr txBox="1"/>
          <p:nvPr/>
        </p:nvSpPr>
        <p:spPr>
          <a:xfrm>
            <a:off x="843992" y="4018498"/>
            <a:ext cx="2781531" cy="369332"/>
          </a:xfrm>
          <a:prstGeom prst="rect">
            <a:avLst/>
          </a:prstGeom>
          <a:noFill/>
        </p:spPr>
        <p:txBody>
          <a:bodyPr wrap="none" rtlCol="0">
            <a:spAutoFit/>
          </a:bodyPr>
          <a:lstStyle/>
          <a:p>
            <a:r>
              <a:rPr lang="en-US" dirty="0">
                <a:latin typeface="Trebuchet MS" panose="020B0703020202090204" pitchFamily="34" charset="0"/>
              </a:rPr>
              <a:t>Machine Data Collection</a:t>
            </a:r>
          </a:p>
        </p:txBody>
      </p:sp>
      <p:pic>
        <p:nvPicPr>
          <p:cNvPr id="3074" name="Picture 2" descr="Pcb Icon PNG Images, Vectors Free Download - Pngtree">
            <a:extLst>
              <a:ext uri="{FF2B5EF4-FFF2-40B4-BE49-F238E27FC236}">
                <a16:creationId xmlns:a16="http://schemas.microsoft.com/office/drawing/2014/main" id="{096A5991-6356-8737-E845-585B01B1B79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497306" y="4768000"/>
            <a:ext cx="573877" cy="573877"/>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F041C080-F676-440D-1004-8DFC675E9382}"/>
              </a:ext>
            </a:extLst>
          </p:cNvPr>
          <p:cNvSpPr txBox="1"/>
          <p:nvPr/>
        </p:nvSpPr>
        <p:spPr>
          <a:xfrm>
            <a:off x="915382" y="5528441"/>
            <a:ext cx="2481641" cy="938719"/>
          </a:xfrm>
          <a:prstGeom prst="rect">
            <a:avLst/>
          </a:prstGeom>
          <a:noFill/>
        </p:spPr>
        <p:txBody>
          <a:bodyPr wrap="square" rtlCol="0">
            <a:spAutoFit/>
          </a:bodyPr>
          <a:lstStyle/>
          <a:p>
            <a:pPr marL="171450" indent="-171450">
              <a:buFont typeface="Arial" panose="020B0604020202020204" pitchFamily="34" charset="0"/>
              <a:buChar char="•"/>
            </a:pPr>
            <a:r>
              <a:rPr lang="en-IN" sz="1100" dirty="0">
                <a:solidFill>
                  <a:schemeClr val="bg1">
                    <a:lumMod val="50000"/>
                  </a:schemeClr>
                </a:solidFill>
                <a:latin typeface="Trebuchet MS" panose="020B0703020202090204" pitchFamily="34" charset="0"/>
              </a:rPr>
              <a:t>Collect real-time data from the machine.</a:t>
            </a:r>
          </a:p>
          <a:p>
            <a:pPr marL="171450" indent="-171450">
              <a:buFont typeface="Arial" panose="020B0604020202020204" pitchFamily="34" charset="0"/>
              <a:buChar char="•"/>
            </a:pPr>
            <a:r>
              <a:rPr lang="en-IN" sz="1100" dirty="0">
                <a:solidFill>
                  <a:schemeClr val="bg1">
                    <a:lumMod val="50000"/>
                  </a:schemeClr>
                </a:solidFill>
                <a:latin typeface="Trebuchet MS" panose="020B0703020202090204" pitchFamily="34" charset="0"/>
              </a:rPr>
              <a:t>Execute operational commands from HMI on the machine (e.g., turning on Setup mode in a CNC).</a:t>
            </a:r>
          </a:p>
        </p:txBody>
      </p:sp>
      <p:cxnSp>
        <p:nvCxnSpPr>
          <p:cNvPr id="18" name="Straight Arrow Connector 17">
            <a:extLst>
              <a:ext uri="{FF2B5EF4-FFF2-40B4-BE49-F238E27FC236}">
                <a16:creationId xmlns:a16="http://schemas.microsoft.com/office/drawing/2014/main" id="{51F411AA-A95E-A65F-2773-DAD08FA990B3}"/>
              </a:ext>
            </a:extLst>
          </p:cNvPr>
          <p:cNvCxnSpPr>
            <a:cxnSpLocks/>
          </p:cNvCxnSpPr>
          <p:nvPr/>
        </p:nvCxnSpPr>
        <p:spPr>
          <a:xfrm>
            <a:off x="1791069" y="5054938"/>
            <a:ext cx="58426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ounded Rectangle 19">
            <a:extLst>
              <a:ext uri="{FF2B5EF4-FFF2-40B4-BE49-F238E27FC236}">
                <a16:creationId xmlns:a16="http://schemas.microsoft.com/office/drawing/2014/main" id="{EC202B79-7BB9-FD13-DFB4-B09726592876}"/>
              </a:ext>
            </a:extLst>
          </p:cNvPr>
          <p:cNvSpPr>
            <a:spLocks/>
          </p:cNvSpPr>
          <p:nvPr/>
        </p:nvSpPr>
        <p:spPr>
          <a:xfrm>
            <a:off x="844000" y="1229313"/>
            <a:ext cx="2624413" cy="2527738"/>
          </a:xfrm>
          <a:prstGeom prst="roundRect">
            <a:avLst>
              <a:gd name="adj" fmla="val 4944"/>
            </a:avLst>
          </a:prstGeom>
          <a:noFill/>
          <a:ln w="12700"/>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Trebuchet MS" panose="020B0703020202090204" pitchFamily="34" charset="0"/>
            </a:endParaRPr>
          </a:p>
        </p:txBody>
      </p:sp>
      <p:sp>
        <p:nvSpPr>
          <p:cNvPr id="22" name="TextBox 21">
            <a:extLst>
              <a:ext uri="{FF2B5EF4-FFF2-40B4-BE49-F238E27FC236}">
                <a16:creationId xmlns:a16="http://schemas.microsoft.com/office/drawing/2014/main" id="{635C5E1D-CF3D-325E-138F-FAE4E824593D}"/>
              </a:ext>
            </a:extLst>
          </p:cNvPr>
          <p:cNvSpPr txBox="1"/>
          <p:nvPr/>
        </p:nvSpPr>
        <p:spPr>
          <a:xfrm>
            <a:off x="843992" y="1276362"/>
            <a:ext cx="2553031" cy="646331"/>
          </a:xfrm>
          <a:prstGeom prst="rect">
            <a:avLst/>
          </a:prstGeom>
          <a:noFill/>
        </p:spPr>
        <p:txBody>
          <a:bodyPr wrap="square" rtlCol="0">
            <a:spAutoFit/>
          </a:bodyPr>
          <a:lstStyle/>
          <a:p>
            <a:pPr algn="ctr"/>
            <a:r>
              <a:rPr lang="en-US" dirty="0">
                <a:latin typeface="Trebuchet MS" panose="020B0703020202090204" pitchFamily="34" charset="0"/>
              </a:rPr>
              <a:t>HMI (Human Machine interface)</a:t>
            </a:r>
          </a:p>
        </p:txBody>
      </p:sp>
      <p:sp>
        <p:nvSpPr>
          <p:cNvPr id="27" name="TextBox 26">
            <a:extLst>
              <a:ext uri="{FF2B5EF4-FFF2-40B4-BE49-F238E27FC236}">
                <a16:creationId xmlns:a16="http://schemas.microsoft.com/office/drawing/2014/main" id="{52265783-3017-64DD-A6B4-C36A529D4FBA}"/>
              </a:ext>
            </a:extLst>
          </p:cNvPr>
          <p:cNvSpPr txBox="1"/>
          <p:nvPr/>
        </p:nvSpPr>
        <p:spPr>
          <a:xfrm>
            <a:off x="911299" y="2899768"/>
            <a:ext cx="2485724"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solidFill>
                  <a:schemeClr val="bg1">
                    <a:lumMod val="50000"/>
                  </a:schemeClr>
                </a:solidFill>
                <a:latin typeface="Trebuchet MS" panose="020B0703020202090204" pitchFamily="34" charset="0"/>
              </a:rPr>
              <a:t>A Custom designed unified HMI application to control and monitor operations of the cell</a:t>
            </a:r>
          </a:p>
        </p:txBody>
      </p:sp>
      <p:sp>
        <p:nvSpPr>
          <p:cNvPr id="28" name="Rounded Rectangle 27">
            <a:extLst>
              <a:ext uri="{FF2B5EF4-FFF2-40B4-BE49-F238E27FC236}">
                <a16:creationId xmlns:a16="http://schemas.microsoft.com/office/drawing/2014/main" id="{A0F1FA27-8711-CCA7-FC4D-4558882A9793}"/>
              </a:ext>
            </a:extLst>
          </p:cNvPr>
          <p:cNvSpPr/>
          <p:nvPr/>
        </p:nvSpPr>
        <p:spPr>
          <a:xfrm>
            <a:off x="4378557" y="1232255"/>
            <a:ext cx="3342494" cy="5314791"/>
          </a:xfrm>
          <a:prstGeom prst="roundRect">
            <a:avLst>
              <a:gd name="adj" fmla="val 4567"/>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Trebuchet MS" panose="020B0703020202090204" pitchFamily="34" charset="0"/>
            </a:endParaRPr>
          </a:p>
        </p:txBody>
      </p:sp>
      <p:sp>
        <p:nvSpPr>
          <p:cNvPr id="29" name="TextBox 28">
            <a:extLst>
              <a:ext uri="{FF2B5EF4-FFF2-40B4-BE49-F238E27FC236}">
                <a16:creationId xmlns:a16="http://schemas.microsoft.com/office/drawing/2014/main" id="{E172A20A-E03F-1C07-2CE9-D509E89C4A95}"/>
              </a:ext>
            </a:extLst>
          </p:cNvPr>
          <p:cNvSpPr txBox="1"/>
          <p:nvPr/>
        </p:nvSpPr>
        <p:spPr>
          <a:xfrm>
            <a:off x="4342867" y="1279305"/>
            <a:ext cx="3342494" cy="369332"/>
          </a:xfrm>
          <a:prstGeom prst="rect">
            <a:avLst/>
          </a:prstGeom>
          <a:noFill/>
        </p:spPr>
        <p:txBody>
          <a:bodyPr wrap="square" rtlCol="0">
            <a:spAutoFit/>
          </a:bodyPr>
          <a:lstStyle/>
          <a:p>
            <a:pPr algn="ctr"/>
            <a:r>
              <a:rPr lang="en-US" dirty="0">
                <a:latin typeface="Trebuchet MS" panose="020B0703020202090204" pitchFamily="34" charset="0"/>
              </a:rPr>
              <a:t>Server</a:t>
            </a:r>
          </a:p>
        </p:txBody>
      </p:sp>
      <p:pic>
        <p:nvPicPr>
          <p:cNvPr id="31" name="Picture 4" descr="Server - Free technology icons">
            <a:extLst>
              <a:ext uri="{FF2B5EF4-FFF2-40B4-BE49-F238E27FC236}">
                <a16:creationId xmlns:a16="http://schemas.microsoft.com/office/drawing/2014/main" id="{21E0CB39-0BDC-9046-5739-CFD637941CC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5604077" y="3163685"/>
            <a:ext cx="820074" cy="820074"/>
          </a:xfrm>
          <a:prstGeom prst="rect">
            <a:avLst/>
          </a:prstGeom>
          <a:noFill/>
          <a:extLst>
            <a:ext uri="{909E8E84-426E-40DD-AFC4-6F175D3DCCD1}">
              <a14:hiddenFill xmlns:a14="http://schemas.microsoft.com/office/drawing/2010/main">
                <a:solidFill>
                  <a:srgbClr val="FFFFFF"/>
                </a:solidFill>
              </a14:hiddenFill>
            </a:ext>
          </a:extLst>
        </p:spPr>
      </p:pic>
      <p:pic>
        <p:nvPicPr>
          <p:cNvPr id="33" name="Graphic 32">
            <a:extLst>
              <a:ext uri="{FF2B5EF4-FFF2-40B4-BE49-F238E27FC236}">
                <a16:creationId xmlns:a16="http://schemas.microsoft.com/office/drawing/2014/main" id="{ED7FAB01-F962-C078-70BA-1D8A46AD266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724361" y="2046536"/>
            <a:ext cx="579506" cy="820074"/>
          </a:xfrm>
          <a:prstGeom prst="rect">
            <a:avLst/>
          </a:prstGeom>
        </p:spPr>
      </p:pic>
      <p:sp>
        <p:nvSpPr>
          <p:cNvPr id="35" name="TextBox 34">
            <a:extLst>
              <a:ext uri="{FF2B5EF4-FFF2-40B4-BE49-F238E27FC236}">
                <a16:creationId xmlns:a16="http://schemas.microsoft.com/office/drawing/2014/main" id="{4B5B10E8-1379-3D00-BEAE-F6D1F1D1AB83}"/>
              </a:ext>
            </a:extLst>
          </p:cNvPr>
          <p:cNvSpPr txBox="1"/>
          <p:nvPr/>
        </p:nvSpPr>
        <p:spPr>
          <a:xfrm>
            <a:off x="4551422" y="4767461"/>
            <a:ext cx="3062996" cy="1277273"/>
          </a:xfrm>
          <a:prstGeom prst="rect">
            <a:avLst/>
          </a:prstGeom>
          <a:noFill/>
        </p:spPr>
        <p:txBody>
          <a:bodyPr wrap="square" rtlCol="0">
            <a:spAutoFit/>
          </a:bodyPr>
          <a:lstStyle/>
          <a:p>
            <a:pPr marL="171450" indent="-171450">
              <a:buFont typeface="Arial" panose="020B0604020202020204" pitchFamily="34" charset="0"/>
              <a:buChar char="•"/>
            </a:pPr>
            <a:r>
              <a:rPr lang="en-IN" sz="1100" dirty="0">
                <a:solidFill>
                  <a:schemeClr val="bg1">
                    <a:lumMod val="50000"/>
                  </a:schemeClr>
                </a:solidFill>
                <a:latin typeface="Trebuchet MS" panose="020B0703020202090204" pitchFamily="34" charset="0"/>
              </a:rPr>
              <a:t>Collect and process real-time data from the Machine PCB using custom designed scalable </a:t>
            </a:r>
            <a:r>
              <a:rPr lang="en-IN" sz="1100" dirty="0">
                <a:latin typeface="Trebuchet MS" panose="020B0703020202090204" pitchFamily="34" charset="0"/>
              </a:rPr>
              <a:t>Master App.</a:t>
            </a:r>
          </a:p>
          <a:p>
            <a:pPr marL="171450" indent="-171450">
              <a:buFont typeface="Arial" panose="020B0604020202020204" pitchFamily="34" charset="0"/>
              <a:buChar char="•"/>
            </a:pPr>
            <a:r>
              <a:rPr lang="en-IN" sz="1100" dirty="0">
                <a:solidFill>
                  <a:schemeClr val="bg1">
                    <a:lumMod val="50000"/>
                  </a:schemeClr>
                </a:solidFill>
                <a:latin typeface="Trebuchet MS" panose="020B0703020202090204" pitchFamily="34" charset="0"/>
              </a:rPr>
              <a:t>Store and manage data using PostgreSQL for scalability and consistency.</a:t>
            </a:r>
          </a:p>
          <a:p>
            <a:pPr marL="171450" indent="-171450">
              <a:buFont typeface="Arial" panose="020B0604020202020204" pitchFamily="34" charset="0"/>
              <a:buChar char="•"/>
            </a:pPr>
            <a:r>
              <a:rPr lang="en-IN" sz="1100" dirty="0">
                <a:latin typeface="Trebuchet MS" panose="020B0703020202090204" pitchFamily="34" charset="0"/>
              </a:rPr>
              <a:t>Master App </a:t>
            </a:r>
            <a:r>
              <a:rPr lang="en-IN" sz="1100" dirty="0">
                <a:solidFill>
                  <a:schemeClr val="bg1">
                    <a:lumMod val="50000"/>
                  </a:schemeClr>
                </a:solidFill>
                <a:latin typeface="Trebuchet MS" panose="020B0703020202090204" pitchFamily="34" charset="0"/>
              </a:rPr>
              <a:t>acts as a control hub between the HMI and Machine PCB.</a:t>
            </a:r>
          </a:p>
        </p:txBody>
      </p:sp>
      <p:sp>
        <p:nvSpPr>
          <p:cNvPr id="39" name="Rounded Rectangle 38">
            <a:extLst>
              <a:ext uri="{FF2B5EF4-FFF2-40B4-BE49-F238E27FC236}">
                <a16:creationId xmlns:a16="http://schemas.microsoft.com/office/drawing/2014/main" id="{22A32981-0D72-7693-357F-5C6F65AF11D4}"/>
              </a:ext>
            </a:extLst>
          </p:cNvPr>
          <p:cNvSpPr/>
          <p:nvPr/>
        </p:nvSpPr>
        <p:spPr>
          <a:xfrm>
            <a:off x="8631195" y="1228236"/>
            <a:ext cx="2624413" cy="2548143"/>
          </a:xfrm>
          <a:prstGeom prst="roundRect">
            <a:avLst>
              <a:gd name="adj" fmla="val 4274"/>
            </a:avLst>
          </a:prstGeom>
          <a:noFill/>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Trebuchet MS" panose="020B0703020202090204" pitchFamily="34" charset="0"/>
            </a:endParaRPr>
          </a:p>
        </p:txBody>
      </p:sp>
      <p:sp>
        <p:nvSpPr>
          <p:cNvPr id="40" name="Rounded Rectangle 39">
            <a:extLst>
              <a:ext uri="{FF2B5EF4-FFF2-40B4-BE49-F238E27FC236}">
                <a16:creationId xmlns:a16="http://schemas.microsoft.com/office/drawing/2014/main" id="{17EE481E-E289-08EA-1247-7E3B5FC1D626}"/>
              </a:ext>
            </a:extLst>
          </p:cNvPr>
          <p:cNvSpPr/>
          <p:nvPr/>
        </p:nvSpPr>
        <p:spPr>
          <a:xfrm>
            <a:off x="8631195" y="4016152"/>
            <a:ext cx="2624413" cy="2527738"/>
          </a:xfrm>
          <a:prstGeom prst="roundRect">
            <a:avLst>
              <a:gd name="adj" fmla="val 5279"/>
            </a:avLst>
          </a:prstGeom>
          <a:noFill/>
          <a:ln w="63500"/>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latin typeface="Trebuchet MS" panose="020B0703020202090204" pitchFamily="34" charset="0"/>
            </a:endParaRPr>
          </a:p>
        </p:txBody>
      </p:sp>
      <p:sp>
        <p:nvSpPr>
          <p:cNvPr id="43" name="TextBox 42">
            <a:extLst>
              <a:ext uri="{FF2B5EF4-FFF2-40B4-BE49-F238E27FC236}">
                <a16:creationId xmlns:a16="http://schemas.microsoft.com/office/drawing/2014/main" id="{334A9670-2C7C-C1EF-E7B1-6E809AFB5B2A}"/>
              </a:ext>
            </a:extLst>
          </p:cNvPr>
          <p:cNvSpPr txBox="1"/>
          <p:nvPr/>
        </p:nvSpPr>
        <p:spPr>
          <a:xfrm>
            <a:off x="8666885" y="1295691"/>
            <a:ext cx="2553031" cy="369332"/>
          </a:xfrm>
          <a:prstGeom prst="rect">
            <a:avLst/>
          </a:prstGeom>
          <a:noFill/>
        </p:spPr>
        <p:txBody>
          <a:bodyPr wrap="square" rtlCol="0">
            <a:spAutoFit/>
          </a:bodyPr>
          <a:lstStyle/>
          <a:p>
            <a:pPr algn="ctr"/>
            <a:r>
              <a:rPr lang="en-US" dirty="0">
                <a:latin typeface="Trebuchet MS" panose="020B0703020202090204" pitchFamily="34" charset="0"/>
              </a:rPr>
              <a:t>Dashboard</a:t>
            </a:r>
          </a:p>
        </p:txBody>
      </p:sp>
      <p:sp>
        <p:nvSpPr>
          <p:cNvPr id="44" name="TextBox 43">
            <a:extLst>
              <a:ext uri="{FF2B5EF4-FFF2-40B4-BE49-F238E27FC236}">
                <a16:creationId xmlns:a16="http://schemas.microsoft.com/office/drawing/2014/main" id="{7B77DA07-9779-253C-44D5-802A8E9ECCD6}"/>
              </a:ext>
            </a:extLst>
          </p:cNvPr>
          <p:cNvSpPr txBox="1"/>
          <p:nvPr/>
        </p:nvSpPr>
        <p:spPr>
          <a:xfrm>
            <a:off x="8666885" y="4096393"/>
            <a:ext cx="2553031" cy="646331"/>
          </a:xfrm>
          <a:prstGeom prst="rect">
            <a:avLst/>
          </a:prstGeom>
          <a:noFill/>
        </p:spPr>
        <p:txBody>
          <a:bodyPr wrap="square" rtlCol="0">
            <a:spAutoFit/>
          </a:bodyPr>
          <a:lstStyle/>
          <a:p>
            <a:pPr algn="ctr"/>
            <a:r>
              <a:rPr lang="en-US" dirty="0">
                <a:latin typeface="Trebuchet MS" panose="020B0703020202090204" pitchFamily="34" charset="0"/>
              </a:rPr>
              <a:t>Operational Report Suite</a:t>
            </a:r>
          </a:p>
        </p:txBody>
      </p:sp>
      <p:pic>
        <p:nvPicPr>
          <p:cNvPr id="45" name="Picture 44">
            <a:extLst>
              <a:ext uri="{FF2B5EF4-FFF2-40B4-BE49-F238E27FC236}">
                <a16:creationId xmlns:a16="http://schemas.microsoft.com/office/drawing/2014/main" id="{659C512A-F6FB-0DEF-A76F-306FABF3D65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563169" y="1918489"/>
            <a:ext cx="760462" cy="693985"/>
          </a:xfrm>
          <a:prstGeom prst="rect">
            <a:avLst/>
          </a:prstGeom>
        </p:spPr>
      </p:pic>
      <p:cxnSp>
        <p:nvCxnSpPr>
          <p:cNvPr id="49" name="Straight Arrow Connector 48">
            <a:extLst>
              <a:ext uri="{FF2B5EF4-FFF2-40B4-BE49-F238E27FC236}">
                <a16:creationId xmlns:a16="http://schemas.microsoft.com/office/drawing/2014/main" id="{2E241565-5EA0-1822-FFF6-BA10476E70E7}"/>
              </a:ext>
            </a:extLst>
          </p:cNvPr>
          <p:cNvCxnSpPr>
            <a:cxnSpLocks/>
            <a:stCxn id="10" idx="3"/>
          </p:cNvCxnSpPr>
          <p:nvPr/>
        </p:nvCxnSpPr>
        <p:spPr>
          <a:xfrm flipV="1">
            <a:off x="3468413" y="5280021"/>
            <a:ext cx="910144" cy="214"/>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F69527AE-9D28-F43F-07B7-F8BD10449D68}"/>
              </a:ext>
            </a:extLst>
          </p:cNvPr>
          <p:cNvCxnSpPr>
            <a:cxnSpLocks/>
            <a:stCxn id="20" idx="3"/>
          </p:cNvCxnSpPr>
          <p:nvPr/>
        </p:nvCxnSpPr>
        <p:spPr>
          <a:xfrm>
            <a:off x="3468413" y="2493182"/>
            <a:ext cx="910144"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AC6B62D1-78C8-5A0E-CDD1-113045DCFF31}"/>
              </a:ext>
            </a:extLst>
          </p:cNvPr>
          <p:cNvCxnSpPr>
            <a:cxnSpLocks/>
          </p:cNvCxnSpPr>
          <p:nvPr/>
        </p:nvCxnSpPr>
        <p:spPr>
          <a:xfrm>
            <a:off x="6014114" y="2774820"/>
            <a:ext cx="0" cy="3979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3075" name="TextBox 3074">
            <a:extLst>
              <a:ext uri="{FF2B5EF4-FFF2-40B4-BE49-F238E27FC236}">
                <a16:creationId xmlns:a16="http://schemas.microsoft.com/office/drawing/2014/main" id="{0F1ACAE1-6278-5878-60D1-41994D3C65AE}"/>
              </a:ext>
            </a:extLst>
          </p:cNvPr>
          <p:cNvSpPr txBox="1"/>
          <p:nvPr/>
        </p:nvSpPr>
        <p:spPr>
          <a:xfrm>
            <a:off x="5570723" y="3940240"/>
            <a:ext cx="922047" cy="261610"/>
          </a:xfrm>
          <a:prstGeom prst="rect">
            <a:avLst/>
          </a:prstGeom>
          <a:noFill/>
        </p:spPr>
        <p:txBody>
          <a:bodyPr wrap="none" rtlCol="0">
            <a:spAutoFit/>
          </a:bodyPr>
          <a:lstStyle/>
          <a:p>
            <a:r>
              <a:rPr lang="en-US" sz="1100" dirty="0">
                <a:latin typeface="Trebuchet MS" panose="020B0703020202090204" pitchFamily="34" charset="0"/>
              </a:rPr>
              <a:t>Master App</a:t>
            </a:r>
          </a:p>
        </p:txBody>
      </p:sp>
      <p:sp>
        <p:nvSpPr>
          <p:cNvPr id="3077" name="TextBox 3076">
            <a:extLst>
              <a:ext uri="{FF2B5EF4-FFF2-40B4-BE49-F238E27FC236}">
                <a16:creationId xmlns:a16="http://schemas.microsoft.com/office/drawing/2014/main" id="{DF482FFA-A33B-71EA-58CC-F6DA809A1F65}"/>
              </a:ext>
            </a:extLst>
          </p:cNvPr>
          <p:cNvSpPr txBox="1"/>
          <p:nvPr/>
        </p:nvSpPr>
        <p:spPr>
          <a:xfrm>
            <a:off x="6232867" y="2320891"/>
            <a:ext cx="782587" cy="261610"/>
          </a:xfrm>
          <a:prstGeom prst="rect">
            <a:avLst/>
          </a:prstGeom>
          <a:noFill/>
        </p:spPr>
        <p:txBody>
          <a:bodyPr wrap="none" rtlCol="0">
            <a:spAutoFit/>
          </a:bodyPr>
          <a:lstStyle/>
          <a:p>
            <a:r>
              <a:rPr lang="en-US" sz="1100" dirty="0">
                <a:latin typeface="Trebuchet MS" panose="020B0703020202090204" pitchFamily="34" charset="0"/>
              </a:rPr>
              <a:t>Database</a:t>
            </a:r>
          </a:p>
        </p:txBody>
      </p:sp>
      <p:sp>
        <p:nvSpPr>
          <p:cNvPr id="3078" name="TextBox 3077">
            <a:extLst>
              <a:ext uri="{FF2B5EF4-FFF2-40B4-BE49-F238E27FC236}">
                <a16:creationId xmlns:a16="http://schemas.microsoft.com/office/drawing/2014/main" id="{882C5B2B-0B18-110E-A838-88BEA71129B3}"/>
              </a:ext>
            </a:extLst>
          </p:cNvPr>
          <p:cNvSpPr txBox="1"/>
          <p:nvPr/>
        </p:nvSpPr>
        <p:spPr>
          <a:xfrm>
            <a:off x="8768392" y="2760716"/>
            <a:ext cx="2350016" cy="938719"/>
          </a:xfrm>
          <a:prstGeom prst="rect">
            <a:avLst/>
          </a:prstGeom>
          <a:noFill/>
        </p:spPr>
        <p:txBody>
          <a:bodyPr wrap="square" rtlCol="0">
            <a:spAutoFit/>
          </a:bodyPr>
          <a:lstStyle/>
          <a:p>
            <a:pPr marL="171450" indent="-171450">
              <a:buFont typeface="Arial" panose="020B0604020202020204" pitchFamily="34" charset="0"/>
              <a:buChar char="•"/>
            </a:pPr>
            <a:r>
              <a:rPr lang="en-US" sz="1100" dirty="0">
                <a:solidFill>
                  <a:schemeClr val="bg1">
                    <a:lumMod val="50000"/>
                  </a:schemeClr>
                </a:solidFill>
                <a:latin typeface="Trebuchet MS" panose="020B0703020202090204" pitchFamily="34" charset="0"/>
              </a:rPr>
              <a:t>A customized real time progress tracking dashboards built using opensource web frameworks for inter operability and scalability  </a:t>
            </a:r>
          </a:p>
        </p:txBody>
      </p:sp>
      <p:pic>
        <p:nvPicPr>
          <p:cNvPr id="3081" name="Picture 16" descr="Graph chart report icon Outline graph chart report vector icon for web  design isolated on white background | Premium Vector">
            <a:extLst>
              <a:ext uri="{FF2B5EF4-FFF2-40B4-BE49-F238E27FC236}">
                <a16:creationId xmlns:a16="http://schemas.microsoft.com/office/drawing/2014/main" id="{C42DC78E-0F39-DDC2-5B45-5BA0503D06DE}"/>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9601945" y="4655126"/>
            <a:ext cx="682909" cy="682909"/>
          </a:xfrm>
          <a:prstGeom prst="rect">
            <a:avLst/>
          </a:prstGeom>
          <a:noFill/>
          <a:extLst>
            <a:ext uri="{909E8E84-426E-40DD-AFC4-6F175D3DCCD1}">
              <a14:hiddenFill xmlns:a14="http://schemas.microsoft.com/office/drawing/2010/main">
                <a:solidFill>
                  <a:srgbClr val="FFFFFF"/>
                </a:solidFill>
              </a14:hiddenFill>
            </a:ext>
          </a:extLst>
        </p:spPr>
      </p:pic>
      <p:sp>
        <p:nvSpPr>
          <p:cNvPr id="3082" name="TextBox 3081">
            <a:extLst>
              <a:ext uri="{FF2B5EF4-FFF2-40B4-BE49-F238E27FC236}">
                <a16:creationId xmlns:a16="http://schemas.microsoft.com/office/drawing/2014/main" id="{1FEEC319-ED27-11A4-02AB-FBDABD4CF326}"/>
              </a:ext>
            </a:extLst>
          </p:cNvPr>
          <p:cNvSpPr txBox="1"/>
          <p:nvPr/>
        </p:nvSpPr>
        <p:spPr>
          <a:xfrm>
            <a:off x="8702577" y="5527436"/>
            <a:ext cx="2553031" cy="430887"/>
          </a:xfrm>
          <a:prstGeom prst="rect">
            <a:avLst/>
          </a:prstGeom>
          <a:noFill/>
        </p:spPr>
        <p:txBody>
          <a:bodyPr wrap="square" rtlCol="0">
            <a:spAutoFit/>
          </a:bodyPr>
          <a:lstStyle/>
          <a:p>
            <a:r>
              <a:rPr lang="en-US" sz="1100" dirty="0">
                <a:solidFill>
                  <a:schemeClr val="bg1">
                    <a:lumMod val="50000"/>
                  </a:schemeClr>
                </a:solidFill>
                <a:latin typeface="Trebuchet MS" panose="020B0703020202090204" pitchFamily="34" charset="0"/>
              </a:rPr>
              <a:t>A Custom designed suite of day to day reports and monitoring platform  </a:t>
            </a:r>
          </a:p>
        </p:txBody>
      </p:sp>
      <p:cxnSp>
        <p:nvCxnSpPr>
          <p:cNvPr id="3085" name="Straight Arrow Connector 3084">
            <a:extLst>
              <a:ext uri="{FF2B5EF4-FFF2-40B4-BE49-F238E27FC236}">
                <a16:creationId xmlns:a16="http://schemas.microsoft.com/office/drawing/2014/main" id="{1C132CF5-9DDB-36F9-E8B9-0AC11A1C7C16}"/>
              </a:ext>
            </a:extLst>
          </p:cNvPr>
          <p:cNvCxnSpPr>
            <a:cxnSpLocks/>
            <a:endCxn id="39" idx="1"/>
          </p:cNvCxnSpPr>
          <p:nvPr/>
        </p:nvCxnSpPr>
        <p:spPr>
          <a:xfrm>
            <a:off x="7731967" y="2502308"/>
            <a:ext cx="89922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90" name="Straight Arrow Connector 3089">
            <a:extLst>
              <a:ext uri="{FF2B5EF4-FFF2-40B4-BE49-F238E27FC236}">
                <a16:creationId xmlns:a16="http://schemas.microsoft.com/office/drawing/2014/main" id="{A2CC53F8-44EB-B4DA-D462-887C18ED3230}"/>
              </a:ext>
            </a:extLst>
          </p:cNvPr>
          <p:cNvCxnSpPr>
            <a:cxnSpLocks/>
            <a:endCxn id="40" idx="1"/>
          </p:cNvCxnSpPr>
          <p:nvPr/>
        </p:nvCxnSpPr>
        <p:spPr>
          <a:xfrm>
            <a:off x="7683024" y="5280021"/>
            <a:ext cx="948171"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6148" name="Picture 4" descr="React logo landscape transparent PNG - StickPNG">
            <a:extLst>
              <a:ext uri="{FF2B5EF4-FFF2-40B4-BE49-F238E27FC236}">
                <a16:creationId xmlns:a16="http://schemas.microsoft.com/office/drawing/2014/main" id="{5B742C94-B66E-570E-ABAD-64C7BD453C00}"/>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98790" y="2133956"/>
            <a:ext cx="734626" cy="411391"/>
          </a:xfrm>
          <a:prstGeom prst="rect">
            <a:avLst/>
          </a:prstGeom>
          <a:noFill/>
          <a:extLst>
            <a:ext uri="{909E8E84-426E-40DD-AFC4-6F175D3DCCD1}">
              <a14:hiddenFill xmlns:a14="http://schemas.microsoft.com/office/drawing/2010/main">
                <a:solidFill>
                  <a:srgbClr val="FFFFFF"/>
                </a:solidFill>
              </a14:hiddenFill>
            </a:ext>
          </a:extLst>
        </p:spPr>
      </p:pic>
      <p:pic>
        <p:nvPicPr>
          <p:cNvPr id="6150" name="Picture 6" descr="Python Logo, symbol, meaning, history, PNG, brand">
            <a:extLst>
              <a:ext uri="{FF2B5EF4-FFF2-40B4-BE49-F238E27FC236}">
                <a16:creationId xmlns:a16="http://schemas.microsoft.com/office/drawing/2014/main" id="{E584637C-B286-2E4F-4BB5-619F4228C574}"/>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2684466" y="2004011"/>
            <a:ext cx="732866" cy="412237"/>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React logo landscape transparent PNG - StickPNG">
            <a:extLst>
              <a:ext uri="{FF2B5EF4-FFF2-40B4-BE49-F238E27FC236}">
                <a16:creationId xmlns:a16="http://schemas.microsoft.com/office/drawing/2014/main" id="{0A0C1E77-6F70-480F-AA98-E12E28996852}"/>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684415" y="3479704"/>
            <a:ext cx="734626" cy="411391"/>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6" descr="Python Logo, symbol, meaning, history, PNG, brand">
            <a:extLst>
              <a:ext uri="{FF2B5EF4-FFF2-40B4-BE49-F238E27FC236}">
                <a16:creationId xmlns:a16="http://schemas.microsoft.com/office/drawing/2014/main" id="{16575B86-8F16-DF09-8B6F-35EC927F8957}"/>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6644561" y="3482952"/>
            <a:ext cx="732866" cy="41223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React logo landscape transparent PNG - StickPNG">
            <a:extLst>
              <a:ext uri="{FF2B5EF4-FFF2-40B4-BE49-F238E27FC236}">
                <a16:creationId xmlns:a16="http://schemas.microsoft.com/office/drawing/2014/main" id="{604E6867-4623-720D-9AC3-89AEC24DD1F1}"/>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740784" y="2018071"/>
            <a:ext cx="734626" cy="41139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React logo landscape transparent PNG - StickPNG">
            <a:extLst>
              <a:ext uri="{FF2B5EF4-FFF2-40B4-BE49-F238E27FC236}">
                <a16:creationId xmlns:a16="http://schemas.microsoft.com/office/drawing/2014/main" id="{908FBDB2-4AFE-8950-B727-E7F8E4395123}"/>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8760135" y="4702153"/>
            <a:ext cx="734626" cy="41139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Python Logo, symbol, meaning, history, PNG, brand">
            <a:extLst>
              <a:ext uri="{FF2B5EF4-FFF2-40B4-BE49-F238E27FC236}">
                <a16:creationId xmlns:a16="http://schemas.microsoft.com/office/drawing/2014/main" id="{A5876A89-B056-F07F-786D-5A35AEDAFF98}"/>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10400931" y="4701307"/>
            <a:ext cx="732866" cy="4122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52946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16EE1-F326-6B67-4273-7ACE84417CCA}"/>
              </a:ext>
            </a:extLst>
          </p:cNvPr>
          <p:cNvSpPr>
            <a:spLocks noGrp="1"/>
          </p:cNvSpPr>
          <p:nvPr>
            <p:ph type="title"/>
          </p:nvPr>
        </p:nvSpPr>
        <p:spPr/>
        <p:txBody>
          <a:bodyPr>
            <a:normAutofit/>
          </a:bodyPr>
          <a:lstStyle/>
          <a:p>
            <a:r>
              <a:rPr lang="en-US" sz="3600" dirty="0">
                <a:solidFill>
                  <a:srgbClr val="0D4D3C"/>
                </a:solidFill>
                <a:latin typeface="Trebuchet MS" panose="020B0603020202020204" pitchFamily="34" charset="0"/>
              </a:rPr>
              <a:t>Current Progress</a:t>
            </a:r>
          </a:p>
        </p:txBody>
      </p:sp>
      <p:graphicFrame>
        <p:nvGraphicFramePr>
          <p:cNvPr id="3" name="Content Placeholder 6">
            <a:extLst>
              <a:ext uri="{FF2B5EF4-FFF2-40B4-BE49-F238E27FC236}">
                <a16:creationId xmlns:a16="http://schemas.microsoft.com/office/drawing/2014/main" id="{AF964387-54D5-321D-BBF6-2EEAFECB571E}"/>
              </a:ext>
            </a:extLst>
          </p:cNvPr>
          <p:cNvGraphicFramePr>
            <a:graphicFrameLocks/>
          </p:cNvGraphicFramePr>
          <p:nvPr>
            <p:extLst>
              <p:ext uri="{D42A27DB-BD31-4B8C-83A1-F6EECF244321}">
                <p14:modId xmlns:p14="http://schemas.microsoft.com/office/powerpoint/2010/main" val="2375313395"/>
              </p:ext>
            </p:extLst>
          </p:nvPr>
        </p:nvGraphicFramePr>
        <p:xfrm>
          <a:off x="393700" y="1866900"/>
          <a:ext cx="10947950" cy="32628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160203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31E884-F561-4E4D-994B-875C596FA00F}"/>
              </a:ext>
            </a:extLst>
          </p:cNvPr>
          <p:cNvSpPr>
            <a:spLocks noGrp="1"/>
          </p:cNvSpPr>
          <p:nvPr>
            <p:ph type="title"/>
          </p:nvPr>
        </p:nvSpPr>
        <p:spPr/>
        <p:txBody>
          <a:bodyPr/>
          <a:lstStyle/>
          <a:p>
            <a:r>
              <a:rPr lang="en-US" altLang="zh-CN" noProof="0" dirty="0">
                <a:solidFill>
                  <a:srgbClr val="0D4D3C"/>
                </a:solidFill>
                <a:latin typeface="Trebuchet MS" panose="020B0703020202090204" pitchFamily="34" charset="0"/>
              </a:rPr>
              <a:t>Next steps</a:t>
            </a:r>
            <a:endParaRPr lang="en-US" dirty="0">
              <a:solidFill>
                <a:srgbClr val="0D4D3C"/>
              </a:solidFill>
              <a:latin typeface="Trebuchet MS" panose="020B0703020202090204" pitchFamily="34" charset="0"/>
            </a:endParaRPr>
          </a:p>
        </p:txBody>
      </p:sp>
      <p:sp>
        <p:nvSpPr>
          <p:cNvPr id="3" name="Text Placeholder 2">
            <a:extLst>
              <a:ext uri="{FF2B5EF4-FFF2-40B4-BE49-F238E27FC236}">
                <a16:creationId xmlns:a16="http://schemas.microsoft.com/office/drawing/2014/main" id="{CF771B1B-4EB6-37C1-E1DF-DF663492847A}"/>
              </a:ext>
            </a:extLst>
          </p:cNvPr>
          <p:cNvSpPr>
            <a:spLocks noGrp="1"/>
          </p:cNvSpPr>
          <p:nvPr>
            <p:ph type="body" sz="quarter" idx="20"/>
          </p:nvPr>
        </p:nvSpPr>
        <p:spPr/>
        <p:txBody>
          <a:bodyPr/>
          <a:lstStyle/>
          <a:p>
            <a:r>
              <a:rPr lang="en-US">
                <a:latin typeface="Trebuchet MS" panose="020B0703020202090204" pitchFamily="34" charset="0"/>
              </a:rPr>
              <a:t>01</a:t>
            </a:r>
          </a:p>
        </p:txBody>
      </p:sp>
      <p:sp>
        <p:nvSpPr>
          <p:cNvPr id="4" name="Text Placeholder 3">
            <a:extLst>
              <a:ext uri="{FF2B5EF4-FFF2-40B4-BE49-F238E27FC236}">
                <a16:creationId xmlns:a16="http://schemas.microsoft.com/office/drawing/2014/main" id="{1B84E96A-38C2-639F-6019-5D210FDEF6DF}"/>
              </a:ext>
            </a:extLst>
          </p:cNvPr>
          <p:cNvSpPr>
            <a:spLocks noGrp="1"/>
          </p:cNvSpPr>
          <p:nvPr>
            <p:ph type="body" idx="1"/>
          </p:nvPr>
        </p:nvSpPr>
        <p:spPr/>
        <p:txBody>
          <a:bodyPr/>
          <a:lstStyle/>
          <a:p>
            <a:r>
              <a:rPr lang="en-US" altLang="zh-CN" dirty="0">
                <a:latin typeface="Trebuchet MS" panose="020B0703020202090204" pitchFamily="34" charset="0"/>
              </a:rPr>
              <a:t>PCB Design and Manufacturing</a:t>
            </a:r>
            <a:endParaRPr lang="zh-CN" altLang="en-US" dirty="0">
              <a:latin typeface="Trebuchet MS" panose="020B0703020202090204" pitchFamily="34" charset="0"/>
            </a:endParaRPr>
          </a:p>
        </p:txBody>
      </p:sp>
      <p:sp>
        <p:nvSpPr>
          <p:cNvPr id="5" name="Text Placeholder 4">
            <a:extLst>
              <a:ext uri="{FF2B5EF4-FFF2-40B4-BE49-F238E27FC236}">
                <a16:creationId xmlns:a16="http://schemas.microsoft.com/office/drawing/2014/main" id="{F6A65C22-5AED-A768-0043-B4DF13CF4089}"/>
              </a:ext>
            </a:extLst>
          </p:cNvPr>
          <p:cNvSpPr>
            <a:spLocks noGrp="1"/>
          </p:cNvSpPr>
          <p:nvPr>
            <p:ph type="body" sz="quarter" idx="13"/>
          </p:nvPr>
        </p:nvSpPr>
        <p:spPr/>
        <p:txBody>
          <a:bodyPr/>
          <a:lstStyle/>
          <a:p>
            <a:r>
              <a:rPr lang="en-US" dirty="0">
                <a:latin typeface="Trebuchet MS" panose="020B0703020202090204" pitchFamily="34" charset="0"/>
              </a:rPr>
              <a:t>Partner with experts to finalize and fin tune the design</a:t>
            </a:r>
            <a:endParaRPr lang="en-US" altLang="zh-CN" dirty="0">
              <a:latin typeface="Trebuchet MS" panose="020B0703020202090204" pitchFamily="34" charset="0"/>
            </a:endParaRPr>
          </a:p>
        </p:txBody>
      </p:sp>
      <p:sp>
        <p:nvSpPr>
          <p:cNvPr id="6" name="Text Placeholder 5">
            <a:extLst>
              <a:ext uri="{FF2B5EF4-FFF2-40B4-BE49-F238E27FC236}">
                <a16:creationId xmlns:a16="http://schemas.microsoft.com/office/drawing/2014/main" id="{6F1ACEAD-937C-9F38-68FB-6183FE6A7B4B}"/>
              </a:ext>
            </a:extLst>
          </p:cNvPr>
          <p:cNvSpPr>
            <a:spLocks noGrp="1"/>
          </p:cNvSpPr>
          <p:nvPr>
            <p:ph type="body" sz="quarter" idx="21"/>
          </p:nvPr>
        </p:nvSpPr>
        <p:spPr/>
        <p:txBody>
          <a:bodyPr/>
          <a:lstStyle/>
          <a:p>
            <a:r>
              <a:rPr lang="en-US">
                <a:latin typeface="Trebuchet MS" panose="020B0703020202090204" pitchFamily="34" charset="0"/>
              </a:rPr>
              <a:t>02</a:t>
            </a:r>
          </a:p>
        </p:txBody>
      </p:sp>
      <p:sp>
        <p:nvSpPr>
          <p:cNvPr id="7" name="Text Placeholder 6">
            <a:extLst>
              <a:ext uri="{FF2B5EF4-FFF2-40B4-BE49-F238E27FC236}">
                <a16:creationId xmlns:a16="http://schemas.microsoft.com/office/drawing/2014/main" id="{129D04F8-766B-205B-5E7C-C6A2D514D292}"/>
              </a:ext>
            </a:extLst>
          </p:cNvPr>
          <p:cNvSpPr>
            <a:spLocks noGrp="1"/>
          </p:cNvSpPr>
          <p:nvPr>
            <p:ph type="body" idx="16"/>
          </p:nvPr>
        </p:nvSpPr>
        <p:spPr/>
        <p:txBody>
          <a:bodyPr/>
          <a:lstStyle/>
          <a:p>
            <a:r>
              <a:rPr lang="en-US" altLang="zh-CN" dirty="0">
                <a:latin typeface="Trebuchet MS" panose="020B0703020202090204" pitchFamily="34" charset="0"/>
              </a:rPr>
              <a:t>Reporting Suite</a:t>
            </a:r>
            <a:endParaRPr lang="zh-CN" altLang="en-US" dirty="0">
              <a:latin typeface="Trebuchet MS" panose="020B0703020202090204" pitchFamily="34" charset="0"/>
            </a:endParaRPr>
          </a:p>
        </p:txBody>
      </p:sp>
      <p:sp>
        <p:nvSpPr>
          <p:cNvPr id="8" name="Text Placeholder 7">
            <a:extLst>
              <a:ext uri="{FF2B5EF4-FFF2-40B4-BE49-F238E27FC236}">
                <a16:creationId xmlns:a16="http://schemas.microsoft.com/office/drawing/2014/main" id="{D77E23B8-19A1-9E2B-7919-2BECD158CBE6}"/>
              </a:ext>
            </a:extLst>
          </p:cNvPr>
          <p:cNvSpPr>
            <a:spLocks noGrp="1"/>
          </p:cNvSpPr>
          <p:nvPr>
            <p:ph type="body" sz="quarter" idx="17"/>
          </p:nvPr>
        </p:nvSpPr>
        <p:spPr/>
        <p:txBody>
          <a:bodyPr/>
          <a:lstStyle/>
          <a:p>
            <a:r>
              <a:rPr lang="en-US" dirty="0">
                <a:latin typeface="Trebuchet MS" panose="020B0703020202090204" pitchFamily="34" charset="0"/>
              </a:rPr>
              <a:t>A work in progress application in our pipeline, complete the module and add it to the current product pipeline</a:t>
            </a:r>
            <a:endParaRPr lang="en-US" altLang="zh-CN" dirty="0">
              <a:latin typeface="Trebuchet MS" panose="020B0703020202090204" pitchFamily="34" charset="0"/>
            </a:endParaRPr>
          </a:p>
        </p:txBody>
      </p:sp>
      <p:sp>
        <p:nvSpPr>
          <p:cNvPr id="9" name="Text Placeholder 8">
            <a:extLst>
              <a:ext uri="{FF2B5EF4-FFF2-40B4-BE49-F238E27FC236}">
                <a16:creationId xmlns:a16="http://schemas.microsoft.com/office/drawing/2014/main" id="{A6D73369-E589-A89A-4AC6-0D8712AAE006}"/>
              </a:ext>
            </a:extLst>
          </p:cNvPr>
          <p:cNvSpPr>
            <a:spLocks noGrp="1"/>
          </p:cNvSpPr>
          <p:nvPr>
            <p:ph type="body" sz="quarter" idx="22"/>
          </p:nvPr>
        </p:nvSpPr>
        <p:spPr/>
        <p:txBody>
          <a:bodyPr/>
          <a:lstStyle/>
          <a:p>
            <a:r>
              <a:rPr lang="en-US" dirty="0">
                <a:latin typeface="Trebuchet MS" panose="020B0703020202090204" pitchFamily="34" charset="0"/>
              </a:rPr>
              <a:t>03</a:t>
            </a:r>
          </a:p>
        </p:txBody>
      </p:sp>
      <p:sp>
        <p:nvSpPr>
          <p:cNvPr id="10" name="Text Placeholder 9">
            <a:extLst>
              <a:ext uri="{FF2B5EF4-FFF2-40B4-BE49-F238E27FC236}">
                <a16:creationId xmlns:a16="http://schemas.microsoft.com/office/drawing/2014/main" id="{283940A0-B5C0-EA7F-EC46-CB6B4CA9A4E6}"/>
              </a:ext>
            </a:extLst>
          </p:cNvPr>
          <p:cNvSpPr>
            <a:spLocks noGrp="1"/>
          </p:cNvSpPr>
          <p:nvPr>
            <p:ph type="body" idx="14"/>
          </p:nvPr>
        </p:nvSpPr>
        <p:spPr/>
        <p:txBody>
          <a:bodyPr/>
          <a:lstStyle/>
          <a:p>
            <a:r>
              <a:rPr lang="en-US" altLang="zh-CN" dirty="0">
                <a:latin typeface="Trebuchet MS" panose="020B0703020202090204" pitchFamily="34" charset="0"/>
              </a:rPr>
              <a:t>Master App</a:t>
            </a:r>
            <a:endParaRPr lang="zh-CN" altLang="en-US" dirty="0">
              <a:latin typeface="Trebuchet MS" panose="020B0703020202090204" pitchFamily="34" charset="0"/>
            </a:endParaRPr>
          </a:p>
        </p:txBody>
      </p:sp>
      <p:sp>
        <p:nvSpPr>
          <p:cNvPr id="14" name="Text Placeholder 13">
            <a:extLst>
              <a:ext uri="{FF2B5EF4-FFF2-40B4-BE49-F238E27FC236}">
                <a16:creationId xmlns:a16="http://schemas.microsoft.com/office/drawing/2014/main" id="{E45C42D2-AD3F-93AB-C136-C2945103A58D}"/>
              </a:ext>
            </a:extLst>
          </p:cNvPr>
          <p:cNvSpPr>
            <a:spLocks noGrp="1"/>
          </p:cNvSpPr>
          <p:nvPr>
            <p:ph type="body" sz="quarter" idx="24"/>
          </p:nvPr>
        </p:nvSpPr>
        <p:spPr/>
        <p:txBody>
          <a:bodyPr>
            <a:normAutofit/>
          </a:bodyPr>
          <a:lstStyle/>
          <a:p>
            <a:r>
              <a:rPr lang="en-US" dirty="0">
                <a:latin typeface="Trebuchet MS" panose="020B0703020202090204" pitchFamily="34" charset="0"/>
              </a:rPr>
              <a:t>The development is yet to begin as we are finalizing our partner for our </a:t>
            </a:r>
            <a:r>
              <a:rPr lang="en-US" dirty="0" err="1">
                <a:latin typeface="Trebuchet MS" panose="020B0703020202090204" pitchFamily="34" charset="0"/>
              </a:rPr>
              <a:t>pcb</a:t>
            </a:r>
            <a:r>
              <a:rPr lang="en-US" dirty="0">
                <a:latin typeface="Trebuchet MS" panose="020B0703020202090204" pitchFamily="34" charset="0"/>
              </a:rPr>
              <a:t> needs</a:t>
            </a:r>
          </a:p>
        </p:txBody>
      </p:sp>
      <p:sp>
        <p:nvSpPr>
          <p:cNvPr id="11" name="Text Placeholder 10">
            <a:extLst>
              <a:ext uri="{FF2B5EF4-FFF2-40B4-BE49-F238E27FC236}">
                <a16:creationId xmlns:a16="http://schemas.microsoft.com/office/drawing/2014/main" id="{01338A1B-8F04-31B8-555B-C4136C332A18}"/>
              </a:ext>
            </a:extLst>
          </p:cNvPr>
          <p:cNvSpPr>
            <a:spLocks noGrp="1"/>
          </p:cNvSpPr>
          <p:nvPr>
            <p:ph type="body" sz="quarter" idx="23"/>
          </p:nvPr>
        </p:nvSpPr>
        <p:spPr/>
        <p:txBody>
          <a:bodyPr/>
          <a:lstStyle/>
          <a:p>
            <a:r>
              <a:rPr lang="en-US" dirty="0">
                <a:latin typeface="Trebuchet MS" panose="020B0703020202090204" pitchFamily="34" charset="0"/>
              </a:rPr>
              <a:t>04</a:t>
            </a:r>
          </a:p>
        </p:txBody>
      </p:sp>
      <p:sp>
        <p:nvSpPr>
          <p:cNvPr id="12" name="Text Placeholder 11">
            <a:extLst>
              <a:ext uri="{FF2B5EF4-FFF2-40B4-BE49-F238E27FC236}">
                <a16:creationId xmlns:a16="http://schemas.microsoft.com/office/drawing/2014/main" id="{48AF5B86-3C6C-1FAE-7DA0-81332B7DEBE9}"/>
              </a:ext>
            </a:extLst>
          </p:cNvPr>
          <p:cNvSpPr>
            <a:spLocks noGrp="1"/>
          </p:cNvSpPr>
          <p:nvPr>
            <p:ph type="body" idx="18"/>
          </p:nvPr>
        </p:nvSpPr>
        <p:spPr/>
        <p:txBody>
          <a:bodyPr/>
          <a:lstStyle/>
          <a:p>
            <a:r>
              <a:rPr lang="en-US" altLang="zh-CN" dirty="0">
                <a:latin typeface="Trebuchet MS" panose="020B0703020202090204" pitchFamily="34" charset="0"/>
              </a:rPr>
              <a:t>End to End Execution</a:t>
            </a:r>
            <a:endParaRPr lang="zh-CN" altLang="en-US" dirty="0">
              <a:latin typeface="Trebuchet MS" panose="020B0703020202090204" pitchFamily="34" charset="0"/>
            </a:endParaRPr>
          </a:p>
        </p:txBody>
      </p:sp>
      <p:sp>
        <p:nvSpPr>
          <p:cNvPr id="13" name="Text Placeholder 12">
            <a:extLst>
              <a:ext uri="{FF2B5EF4-FFF2-40B4-BE49-F238E27FC236}">
                <a16:creationId xmlns:a16="http://schemas.microsoft.com/office/drawing/2014/main" id="{32B6931E-5F6B-4127-9CB9-390AB90AB0EE}"/>
              </a:ext>
            </a:extLst>
          </p:cNvPr>
          <p:cNvSpPr>
            <a:spLocks noGrp="1"/>
          </p:cNvSpPr>
          <p:nvPr>
            <p:ph type="body" sz="quarter" idx="19"/>
          </p:nvPr>
        </p:nvSpPr>
        <p:spPr/>
        <p:txBody>
          <a:bodyPr/>
          <a:lstStyle/>
          <a:p>
            <a:r>
              <a:rPr lang="en-US" dirty="0">
                <a:latin typeface="Trebuchet MS" panose="020B0703020202090204" pitchFamily="34" charset="0"/>
              </a:rPr>
              <a:t>To complete all modules and deploy the solution in a production environment to monitor the accuracy.</a:t>
            </a:r>
            <a:endParaRPr lang="en-US" altLang="zh-CN" dirty="0">
              <a:latin typeface="Trebuchet MS" panose="020B0703020202090204" pitchFamily="34" charset="0"/>
            </a:endParaRPr>
          </a:p>
        </p:txBody>
      </p:sp>
    </p:spTree>
    <p:extLst>
      <p:ext uri="{BB962C8B-B14F-4D97-AF65-F5344CB8AC3E}">
        <p14:creationId xmlns:p14="http://schemas.microsoft.com/office/powerpoint/2010/main" val="2100209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16EE1-F326-6B67-4273-7ACE84417CCA}"/>
              </a:ext>
            </a:extLst>
          </p:cNvPr>
          <p:cNvSpPr>
            <a:spLocks noGrp="1"/>
          </p:cNvSpPr>
          <p:nvPr>
            <p:ph type="title"/>
          </p:nvPr>
        </p:nvSpPr>
        <p:spPr>
          <a:xfrm>
            <a:off x="856823" y="1231969"/>
            <a:ext cx="3200827" cy="4711631"/>
          </a:xfrm>
        </p:spPr>
        <p:txBody>
          <a:bodyPr anchor="ctr">
            <a:normAutofit/>
          </a:bodyPr>
          <a:lstStyle/>
          <a:p>
            <a:r>
              <a:rPr lang="en-US" dirty="0">
                <a:solidFill>
                  <a:srgbClr val="0D4D3C"/>
                </a:solidFill>
                <a:latin typeface="Trebuchet MS" panose="020B0603020202020204" pitchFamily="34" charset="0"/>
              </a:rPr>
              <a:t>Components of the System - HMI</a:t>
            </a:r>
          </a:p>
        </p:txBody>
      </p:sp>
      <p:pic>
        <p:nvPicPr>
          <p:cNvPr id="10" name="Picture 9" descr="A screenshot of a computer&#10;&#10;AI-generated content may be incorrect.">
            <a:extLst>
              <a:ext uri="{FF2B5EF4-FFF2-40B4-BE49-F238E27FC236}">
                <a16:creationId xmlns:a16="http://schemas.microsoft.com/office/drawing/2014/main" id="{3973DA22-2B35-31B7-CF49-798F68BBD4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57675" y="1620676"/>
            <a:ext cx="7025387" cy="3934216"/>
          </a:xfrm>
          <a:prstGeom prst="rect">
            <a:avLst/>
          </a:prstGeom>
          <a:noFill/>
        </p:spPr>
      </p:pic>
      <p:sp>
        <p:nvSpPr>
          <p:cNvPr id="11" name="AutoShape 8">
            <a:extLst>
              <a:ext uri="{FF2B5EF4-FFF2-40B4-BE49-F238E27FC236}">
                <a16:creationId xmlns:a16="http://schemas.microsoft.com/office/drawing/2014/main" id="{E477ABA2-F1FB-9B0E-7036-D4E7DDD19483}"/>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Picture 12" descr="A screenshot of a software&#10;&#10;AI-generated content may be incorrect.">
            <a:extLst>
              <a:ext uri="{FF2B5EF4-FFF2-40B4-BE49-F238E27FC236}">
                <a16:creationId xmlns:a16="http://schemas.microsoft.com/office/drawing/2014/main" id="{3283B468-B3E4-3463-93E3-6B88955D0E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57675" y="1620677"/>
            <a:ext cx="7025387" cy="3946292"/>
          </a:xfrm>
          <a:prstGeom prst="rect">
            <a:avLst/>
          </a:prstGeom>
        </p:spPr>
      </p:pic>
    </p:spTree>
    <p:extLst>
      <p:ext uri="{BB962C8B-B14F-4D97-AF65-F5344CB8AC3E}">
        <p14:creationId xmlns:p14="http://schemas.microsoft.com/office/powerpoint/2010/main" val="10214601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FB82D9-E652-7232-A506-25ED6D31AD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F1BBE6-E2FE-8881-D6FF-AEC7E9628AEB}"/>
              </a:ext>
            </a:extLst>
          </p:cNvPr>
          <p:cNvSpPr>
            <a:spLocks noGrp="1"/>
          </p:cNvSpPr>
          <p:nvPr>
            <p:ph type="title"/>
          </p:nvPr>
        </p:nvSpPr>
        <p:spPr>
          <a:xfrm>
            <a:off x="856823" y="1231969"/>
            <a:ext cx="3200827" cy="4711631"/>
          </a:xfrm>
        </p:spPr>
        <p:txBody>
          <a:bodyPr anchor="ctr">
            <a:normAutofit/>
          </a:bodyPr>
          <a:lstStyle/>
          <a:p>
            <a:r>
              <a:rPr lang="en-US" dirty="0">
                <a:solidFill>
                  <a:srgbClr val="0D4D3C"/>
                </a:solidFill>
                <a:latin typeface="Trebuchet MS" panose="020B0603020202020204" pitchFamily="34" charset="0"/>
              </a:rPr>
              <a:t>Components of the System - </a:t>
            </a:r>
            <a:r>
              <a:rPr lang="en-US" dirty="0">
                <a:solidFill>
                  <a:srgbClr val="0D4D3C"/>
                </a:solidFill>
                <a:latin typeface="Trebuchet MS" panose="020B0703020202090204" pitchFamily="34" charset="0"/>
              </a:rPr>
              <a:t>Dashboard</a:t>
            </a:r>
            <a:endParaRPr lang="en-US" dirty="0">
              <a:solidFill>
                <a:srgbClr val="0D4D3C"/>
              </a:solidFill>
              <a:latin typeface="Trebuchet MS" panose="020B0603020202020204" pitchFamily="34" charset="0"/>
            </a:endParaRPr>
          </a:p>
        </p:txBody>
      </p:sp>
      <p:sp>
        <p:nvSpPr>
          <p:cNvPr id="11" name="AutoShape 8">
            <a:extLst>
              <a:ext uri="{FF2B5EF4-FFF2-40B4-BE49-F238E27FC236}">
                <a16:creationId xmlns:a16="http://schemas.microsoft.com/office/drawing/2014/main" id="{B7D836DE-6883-AFD9-AADC-C4171E60C2E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5" name="Picture 4" descr="A screenshot of a computer screen&#10;&#10;AI-generated content may be incorrect.">
            <a:extLst>
              <a:ext uri="{FF2B5EF4-FFF2-40B4-BE49-F238E27FC236}">
                <a16:creationId xmlns:a16="http://schemas.microsoft.com/office/drawing/2014/main" id="{C8EDCA6E-5224-328A-4E82-5242D0A8E8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13228" y="1635991"/>
            <a:ext cx="7197485" cy="4076700"/>
          </a:xfrm>
          <a:prstGeom prst="rect">
            <a:avLst/>
          </a:prstGeom>
        </p:spPr>
      </p:pic>
    </p:spTree>
    <p:extLst>
      <p:ext uri="{BB962C8B-B14F-4D97-AF65-F5344CB8AC3E}">
        <p14:creationId xmlns:p14="http://schemas.microsoft.com/office/powerpoint/2010/main" val="20419768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4893D-C111-4B4A-DEDF-66C337848ED9}"/>
              </a:ext>
            </a:extLst>
          </p:cNvPr>
          <p:cNvSpPr>
            <a:spLocks noGrp="1"/>
          </p:cNvSpPr>
          <p:nvPr>
            <p:ph type="title"/>
          </p:nvPr>
        </p:nvSpPr>
        <p:spPr/>
        <p:txBody>
          <a:bodyPr/>
          <a:lstStyle/>
          <a:p>
            <a:r>
              <a:rPr lang="en-US" dirty="0"/>
              <a:t>Our Team</a:t>
            </a:r>
          </a:p>
        </p:txBody>
      </p:sp>
    </p:spTree>
    <p:extLst>
      <p:ext uri="{BB962C8B-B14F-4D97-AF65-F5344CB8AC3E}">
        <p14:creationId xmlns:p14="http://schemas.microsoft.com/office/powerpoint/2010/main" val="33714513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CCB9F4-13E7-6A92-16FE-0D6401FF52A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20062319-98A6-EF00-1F08-BE57C0255C74}"/>
              </a:ext>
            </a:extLst>
          </p:cNvPr>
          <p:cNvSpPr>
            <a:spLocks noGrp="1"/>
          </p:cNvSpPr>
          <p:nvPr>
            <p:ph type="title"/>
          </p:nvPr>
        </p:nvSpPr>
        <p:spPr/>
        <p:txBody>
          <a:bodyPr lIns="0" tIns="0" rIns="0" bIns="0" anchor="b">
            <a:normAutofit/>
          </a:bodyPr>
          <a:lstStyle/>
          <a:p>
            <a:r>
              <a:rPr lang="en-US" dirty="0">
                <a:latin typeface="Trebuchet MS" panose="020B0703020202090204" pitchFamily="34" charset="0"/>
              </a:rPr>
              <a:t>Thank You</a:t>
            </a:r>
            <a:endParaRPr lang="en-CN">
              <a:latin typeface="Trebuchet MS" panose="020B0703020202090204" pitchFamily="34" charset="0"/>
            </a:endParaRPr>
          </a:p>
        </p:txBody>
      </p:sp>
    </p:spTree>
    <p:extLst>
      <p:ext uri="{BB962C8B-B14F-4D97-AF65-F5344CB8AC3E}">
        <p14:creationId xmlns:p14="http://schemas.microsoft.com/office/powerpoint/2010/main" val="13335206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FFICEPLUS.THEME" val="template.pptx"/>
</p:tagLst>
</file>

<file path=ppt/tags/tag2.xml><?xml version="1.0" encoding="utf-8"?>
<p:tagLst xmlns:a="http://schemas.openxmlformats.org/drawingml/2006/main" xmlns:r="http://schemas.openxmlformats.org/officeDocument/2006/relationships" xmlns:p="http://schemas.openxmlformats.org/presentationml/2006/main">
  <p:tag name="OFFICEPLUS.TEMPLATE" val="49dd060f-7b3c-4145-bd9c-ea0aa73d6332.pptx"/>
</p:tagLst>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38de0ec0-4312-429b-9ba4-a6f7899b86f2" xsi:nil="true"/>
    <_ip_UnifiedCompliancePolicyProperties xmlns="http://schemas.microsoft.com/sharepoint/v3" xsi:nil="true"/>
    <lcf76f155ced4ddcb4097134ff3c332f xmlns="21705155-b4ce-4c69-95dc-4fd6cb8c5571">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867FBBEFD40724CA20725D6B3094130" ma:contentTypeVersion="14" ma:contentTypeDescription="Create a new document." ma:contentTypeScope="" ma:versionID="b563ecc397a77cd5d82b22a852f9d63c">
  <xsd:schema xmlns:xsd="http://www.w3.org/2001/XMLSchema" xmlns:xs="http://www.w3.org/2001/XMLSchema" xmlns:p="http://schemas.microsoft.com/office/2006/metadata/properties" xmlns:ns1="http://schemas.microsoft.com/sharepoint/v3" xmlns:ns2="21705155-b4ce-4c69-95dc-4fd6cb8c5571" xmlns:ns3="38de0ec0-4312-429b-9ba4-a6f7899b86f2" targetNamespace="http://schemas.microsoft.com/office/2006/metadata/properties" ma:root="true" ma:fieldsID="514fef1a96c1431b584933149cb0dc9f" ns1:_="" ns2:_="" ns3:_="">
    <xsd:import namespace="http://schemas.microsoft.com/sharepoint/v3"/>
    <xsd:import namespace="21705155-b4ce-4c69-95dc-4fd6cb8c5571"/>
    <xsd:import namespace="38de0ec0-4312-429b-9ba4-a6f7899b86f2"/>
    <xsd:element name="properties">
      <xsd:complexType>
        <xsd:sequence>
          <xsd:element name="documentManagement">
            <xsd:complexType>
              <xsd:all>
                <xsd:element ref="ns2:lcf76f155ced4ddcb4097134ff3c332f" minOccurs="0"/>
                <xsd:element ref="ns3:TaxCatchAll" minOccurs="0"/>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OCR" minOccurs="0"/>
                <xsd:element ref="ns2:MediaServiceGenerationTime" minOccurs="0"/>
                <xsd:element ref="ns2:MediaServiceEventHashCode" minOccurs="0"/>
                <xsd:element ref="ns2:MediaServiceBillingMetadata"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1705155-b4ce-4c69-95dc-4fd6cb8c5571" elementFormDefault="qualified">
    <xsd:import namespace="http://schemas.microsoft.com/office/2006/documentManagement/types"/>
    <xsd:import namespace="http://schemas.microsoft.com/office/infopath/2007/PartnerControls"/>
    <xsd:element name="lcf76f155ced4ddcb4097134ff3c332f" ma:index="9" nillable="true" ma:taxonomy="true" ma:internalName="lcf76f155ced4ddcb4097134ff3c332f"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ObjectDetectorVersions" ma:index="15" nillable="true" ma:displayName="MediaServiceObjectDetectorVersions" ma:hidden="true" ma:indexed="true" ma:internalName="MediaServiceObjectDetectorVersion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BillingMetadata" ma:index="19"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de0ec0-4312-429b-9ba4-a6f7899b86f2" elementFormDefault="qualified">
    <xsd:import namespace="http://schemas.microsoft.com/office/2006/documentManagement/types"/>
    <xsd:import namespace="http://schemas.microsoft.com/office/infopath/2007/PartnerControls"/>
    <xsd:element name="TaxCatchAll" ma:index="10" nillable="true" ma:displayName="Taxonomy Catch All Column" ma:hidden="true" ma:list="{61ef2866-7176-4fd6-ae15-58358271bbbc}" ma:internalName="TaxCatchAll" ma:showField="CatchAllData" ma:web="38de0ec0-4312-429b-9ba4-a6f7899b86f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2A1FBFC-04F0-4094-926E-15D44DB73A00}">
  <ds:schemaRefs>
    <ds:schemaRef ds:uri="http://schemas.microsoft.com/office/2006/metadata/properties"/>
    <ds:schemaRef ds:uri="http://schemas.microsoft.com/office/infopath/2007/PartnerControls"/>
    <ds:schemaRef ds:uri="http://schemas.microsoft.com/sharepoint/v3"/>
    <ds:schemaRef ds:uri="38de0ec0-4312-429b-9ba4-a6f7899b86f2"/>
    <ds:schemaRef ds:uri="21705155-b4ce-4c69-95dc-4fd6cb8c5571"/>
  </ds:schemaRefs>
</ds:datastoreItem>
</file>

<file path=customXml/itemProps2.xml><?xml version="1.0" encoding="utf-8"?>
<ds:datastoreItem xmlns:ds="http://schemas.openxmlformats.org/officeDocument/2006/customXml" ds:itemID="{C55E0DC9-32A2-412B-BBED-98FD58D61F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21705155-b4ce-4c69-95dc-4fd6cb8c5571"/>
    <ds:schemaRef ds:uri="38de0ec0-4312-429b-9ba4-a6f7899b86f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FC09CA36-217E-44A9-8C48-2D0E3203A494}">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Office 2013 - 2022 Theme</Template>
  <TotalTime>5171</TotalTime>
  <Words>1427</Words>
  <Application>Microsoft Office PowerPoint</Application>
  <PresentationFormat>Widescreen</PresentationFormat>
  <Paragraphs>158</Paragraphs>
  <Slides>16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Calibri</vt:lpstr>
      <vt:lpstr>Calibri Light</vt:lpstr>
      <vt:lpstr>Trebuchet MS</vt:lpstr>
      <vt:lpstr>Office Theme</vt:lpstr>
      <vt:lpstr>IOT enabled End to End control and reporting solution</vt:lpstr>
      <vt:lpstr>Agenda</vt:lpstr>
      <vt:lpstr>Project Overview</vt:lpstr>
      <vt:lpstr>Business Benefits: Unlocking Efficiency and Custom Insights</vt:lpstr>
      <vt:lpstr>Architecture</vt:lpstr>
      <vt:lpstr>Architecture</vt:lpstr>
      <vt:lpstr>Architecture</vt:lpstr>
      <vt:lpstr>Architecture</vt:lpstr>
      <vt:lpstr>Architecture</vt:lpstr>
      <vt:lpstr>Architecture</vt:lpstr>
      <vt:lpstr>Current Progress</vt:lpstr>
      <vt:lpstr>Next steps</vt:lpstr>
      <vt:lpstr>Components of the System - HMI</vt:lpstr>
      <vt:lpstr>Components of the System - Dashboard</vt:lpstr>
      <vt:lpstr>Our Team</vt:lpstr>
      <vt:lpstr>Thank You</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IOT enabled End to End control and reporting solution</dc:title>
  <dc:subject/>
  <dc:creator>Manoj Shankar Chandrasekaran</dc:creator>
  <cp:keywords/>
  <dc:description/>
  <cp:lastModifiedBy>Manoj Shankar Chandrasekaran</cp:lastModifiedBy>
  <cp:revision>3</cp:revision>
  <dcterms:modified xsi:type="dcterms:W3CDTF">2025-05-02T06:34:02Z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0x0101001867FBBEFD40724CA20725D6B3094130</vt:lpwstr>
  </property>
</Properties>
</file>